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236BF-1113-46E6-AD9E-2AD428AE2AEB}" v="25" dt="2025-11-11T15:11:12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98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o Mendes" userId="9b329537-c76f-450e-a444-34b952bd95bb" providerId="ADAL" clId="{F3308D3E-AE3F-4134-AB79-5F8D23A34698}"/>
    <pc:docChg chg="undo redo custSel addSld modSld">
      <pc:chgData name="Renato Mendes" userId="9b329537-c76f-450e-a444-34b952bd95bb" providerId="ADAL" clId="{F3308D3E-AE3F-4134-AB79-5F8D23A34698}" dt="2025-11-11T15:11:12.813" v="352"/>
      <pc:docMkLst>
        <pc:docMk/>
      </pc:docMkLst>
      <pc:sldChg chg="addSp delSp modSp mod">
        <pc:chgData name="Renato Mendes" userId="9b329537-c76f-450e-a444-34b952bd95bb" providerId="ADAL" clId="{F3308D3E-AE3F-4134-AB79-5F8D23A34698}" dt="2025-11-11T15:11:02.390" v="348" actId="164"/>
        <pc:sldMkLst>
          <pc:docMk/>
          <pc:sldMk cId="1837513687" sldId="256"/>
        </pc:sldMkLst>
        <pc:spChg chg="add mod">
          <ac:chgData name="Renato Mendes" userId="9b329537-c76f-450e-a444-34b952bd95bb" providerId="ADAL" clId="{F3308D3E-AE3F-4134-AB79-5F8D23A34698}" dt="2025-11-11T15:03:40.857" v="155" actId="14100"/>
          <ac:spMkLst>
            <pc:docMk/>
            <pc:sldMk cId="1837513687" sldId="256"/>
            <ac:spMk id="2" creationId="{24B39158-A3E2-6209-A334-4088B6363AB1}"/>
          </ac:spMkLst>
        </pc:spChg>
        <pc:spChg chg="add del mod">
          <ac:chgData name="Renato Mendes" userId="9b329537-c76f-450e-a444-34b952bd95bb" providerId="ADAL" clId="{F3308D3E-AE3F-4134-AB79-5F8D23A34698}" dt="2025-11-11T15:04:19.657" v="169" actId="21"/>
          <ac:spMkLst>
            <pc:docMk/>
            <pc:sldMk cId="1837513687" sldId="256"/>
            <ac:spMk id="3" creationId="{8891E3B6-0B9E-23B0-FE20-8B239D5EB8B9}"/>
          </ac:spMkLst>
        </pc:spChg>
        <pc:spChg chg="add mod">
          <ac:chgData name="Renato Mendes" userId="9b329537-c76f-450e-a444-34b952bd95bb" providerId="ADAL" clId="{F3308D3E-AE3F-4134-AB79-5F8D23A34698}" dt="2025-11-11T15:04:19.918" v="170"/>
          <ac:spMkLst>
            <pc:docMk/>
            <pc:sldMk cId="1837513687" sldId="256"/>
            <ac:spMk id="4" creationId="{8891E3B6-0B9E-23B0-FE20-8B239D5EB8B9}"/>
          </ac:spMkLst>
        </pc:spChg>
        <pc:spChg chg="mod">
          <ac:chgData name="Renato Mendes" userId="9b329537-c76f-450e-a444-34b952bd95bb" providerId="ADAL" clId="{F3308D3E-AE3F-4134-AB79-5F8D23A34698}" dt="2025-11-11T15:03:48.181" v="159" actId="1076"/>
          <ac:spMkLst>
            <pc:docMk/>
            <pc:sldMk cId="1837513687" sldId="256"/>
            <ac:spMk id="6" creationId="{1E05A4D9-E149-CC76-83E9-9EADE0C4C122}"/>
          </ac:spMkLst>
        </pc:spChg>
        <pc:spChg chg="mod">
          <ac:chgData name="Renato Mendes" userId="9b329537-c76f-450e-a444-34b952bd95bb" providerId="ADAL" clId="{F3308D3E-AE3F-4134-AB79-5F8D23A34698}" dt="2025-11-11T15:11:02.390" v="348" actId="164"/>
          <ac:spMkLst>
            <pc:docMk/>
            <pc:sldMk cId="1837513687" sldId="256"/>
            <ac:spMk id="7" creationId="{D8D09B9B-27F1-D69B-2FA4-A1D81F642C5A}"/>
          </ac:spMkLst>
        </pc:spChg>
        <pc:spChg chg="mod">
          <ac:chgData name="Renato Mendes" userId="9b329537-c76f-450e-a444-34b952bd95bb" providerId="ADAL" clId="{F3308D3E-AE3F-4134-AB79-5F8D23A34698}" dt="2025-11-11T15:11:02.390" v="348" actId="164"/>
          <ac:spMkLst>
            <pc:docMk/>
            <pc:sldMk cId="1837513687" sldId="256"/>
            <ac:spMk id="9" creationId="{7E1809CF-15AF-A2A1-C1BB-18F787B9CCBD}"/>
          </ac:spMkLst>
        </pc:spChg>
        <pc:spChg chg="mod">
          <ac:chgData name="Renato Mendes" userId="9b329537-c76f-450e-a444-34b952bd95bb" providerId="ADAL" clId="{F3308D3E-AE3F-4134-AB79-5F8D23A34698}" dt="2025-11-11T15:11:02.390" v="348" actId="164"/>
          <ac:spMkLst>
            <pc:docMk/>
            <pc:sldMk cId="1837513687" sldId="256"/>
            <ac:spMk id="10" creationId="{64054241-FC1F-634C-426D-B48EA8739889}"/>
          </ac:spMkLst>
        </pc:spChg>
        <pc:spChg chg="mod">
          <ac:chgData name="Renato Mendes" userId="9b329537-c76f-450e-a444-34b952bd95bb" providerId="ADAL" clId="{F3308D3E-AE3F-4134-AB79-5F8D23A34698}" dt="2025-11-11T15:11:02.390" v="348" actId="164"/>
          <ac:spMkLst>
            <pc:docMk/>
            <pc:sldMk cId="1837513687" sldId="256"/>
            <ac:spMk id="12" creationId="{130D6D35-144D-82E3-5C53-A5973CCC4F35}"/>
          </ac:spMkLst>
        </pc:spChg>
        <pc:spChg chg="mod">
          <ac:chgData name="Renato Mendes" userId="9b329537-c76f-450e-a444-34b952bd95bb" providerId="ADAL" clId="{F3308D3E-AE3F-4134-AB79-5F8D23A34698}" dt="2025-11-11T15:11:02.390" v="348" actId="164"/>
          <ac:spMkLst>
            <pc:docMk/>
            <pc:sldMk cId="1837513687" sldId="256"/>
            <ac:spMk id="16" creationId="{F120A4EA-D619-84E9-A892-327533BE202C}"/>
          </ac:spMkLst>
        </pc:spChg>
        <pc:spChg chg="mod">
          <ac:chgData name="Renato Mendes" userId="9b329537-c76f-450e-a444-34b952bd95bb" providerId="ADAL" clId="{F3308D3E-AE3F-4134-AB79-5F8D23A34698}" dt="2025-11-11T15:11:02.390" v="348" actId="164"/>
          <ac:spMkLst>
            <pc:docMk/>
            <pc:sldMk cId="1837513687" sldId="256"/>
            <ac:spMk id="17" creationId="{7933EDDB-DAF1-8ACB-668C-D6820A4ACBAE}"/>
          </ac:spMkLst>
        </pc:spChg>
        <pc:spChg chg="mod">
          <ac:chgData name="Renato Mendes" userId="9b329537-c76f-450e-a444-34b952bd95bb" providerId="ADAL" clId="{F3308D3E-AE3F-4134-AB79-5F8D23A34698}" dt="2025-11-11T15:01:34.677" v="121" actId="20577"/>
          <ac:spMkLst>
            <pc:docMk/>
            <pc:sldMk cId="1837513687" sldId="256"/>
            <ac:spMk id="18" creationId="{1B0B9632-98DA-49BE-5F6C-A224C58DE2DC}"/>
          </ac:spMkLst>
        </pc:spChg>
        <pc:spChg chg="mod">
          <ac:chgData name="Renato Mendes" userId="9b329537-c76f-450e-a444-34b952bd95bb" providerId="ADAL" clId="{F3308D3E-AE3F-4134-AB79-5F8D23A34698}" dt="2025-11-11T15:11:02.390" v="348" actId="164"/>
          <ac:spMkLst>
            <pc:docMk/>
            <pc:sldMk cId="1837513687" sldId="256"/>
            <ac:spMk id="19" creationId="{4930F9EA-3443-4534-73E2-80E9AF783379}"/>
          </ac:spMkLst>
        </pc:spChg>
        <pc:spChg chg="mod">
          <ac:chgData name="Renato Mendes" userId="9b329537-c76f-450e-a444-34b952bd95bb" providerId="ADAL" clId="{F3308D3E-AE3F-4134-AB79-5F8D23A34698}" dt="2025-11-11T15:11:02.390" v="348" actId="164"/>
          <ac:spMkLst>
            <pc:docMk/>
            <pc:sldMk cId="1837513687" sldId="256"/>
            <ac:spMk id="21" creationId="{D6EF3329-F451-29D6-3257-5BA3A9463DC3}"/>
          </ac:spMkLst>
        </pc:spChg>
        <pc:spChg chg="mod">
          <ac:chgData name="Renato Mendes" userId="9b329537-c76f-450e-a444-34b952bd95bb" providerId="ADAL" clId="{F3308D3E-AE3F-4134-AB79-5F8D23A34698}" dt="2025-11-11T15:09:57.201" v="335" actId="1036"/>
          <ac:spMkLst>
            <pc:docMk/>
            <pc:sldMk cId="1837513687" sldId="256"/>
            <ac:spMk id="22" creationId="{A1A3BDEA-8AA5-3641-34F2-90ED3C520D9E}"/>
          </ac:spMkLst>
        </pc:spChg>
        <pc:spChg chg="add mod">
          <ac:chgData name="Renato Mendes" userId="9b329537-c76f-450e-a444-34b952bd95bb" providerId="ADAL" clId="{F3308D3E-AE3F-4134-AB79-5F8D23A34698}" dt="2025-11-11T15:11:02.390" v="348" actId="164"/>
          <ac:spMkLst>
            <pc:docMk/>
            <pc:sldMk cId="1837513687" sldId="256"/>
            <ac:spMk id="23" creationId="{D461E4BB-B1C2-3539-E9F8-CDC9D0A6F03B}"/>
          </ac:spMkLst>
        </pc:spChg>
        <pc:spChg chg="mod">
          <ac:chgData name="Renato Mendes" userId="9b329537-c76f-450e-a444-34b952bd95bb" providerId="ADAL" clId="{F3308D3E-AE3F-4134-AB79-5F8D23A34698}" dt="2025-11-07T17:06:47.236" v="93" actId="1076"/>
          <ac:spMkLst>
            <pc:docMk/>
            <pc:sldMk cId="1837513687" sldId="256"/>
            <ac:spMk id="27" creationId="{71CD1ADB-0C57-F141-7AA4-1AF9EC96A5D0}"/>
          </ac:spMkLst>
        </pc:spChg>
        <pc:spChg chg="mod">
          <ac:chgData name="Renato Mendes" userId="9b329537-c76f-450e-a444-34b952bd95bb" providerId="ADAL" clId="{F3308D3E-AE3F-4134-AB79-5F8D23A34698}" dt="2025-11-11T15:07:30.187" v="247" actId="1037"/>
          <ac:spMkLst>
            <pc:docMk/>
            <pc:sldMk cId="1837513687" sldId="256"/>
            <ac:spMk id="28" creationId="{24D3EF92-DAB9-F9B9-128B-633B5498BF0F}"/>
          </ac:spMkLst>
        </pc:spChg>
        <pc:spChg chg="add mod">
          <ac:chgData name="Renato Mendes" userId="9b329537-c76f-450e-a444-34b952bd95bb" providerId="ADAL" clId="{F3308D3E-AE3F-4134-AB79-5F8D23A34698}" dt="2025-11-11T15:08:15.782" v="272" actId="14100"/>
          <ac:spMkLst>
            <pc:docMk/>
            <pc:sldMk cId="1837513687" sldId="256"/>
            <ac:spMk id="29" creationId="{565D294B-A7DC-75F9-CC40-27CE74DFBAD4}"/>
          </ac:spMkLst>
        </pc:spChg>
        <pc:spChg chg="add mod">
          <ac:chgData name="Renato Mendes" userId="9b329537-c76f-450e-a444-34b952bd95bb" providerId="ADAL" clId="{F3308D3E-AE3F-4134-AB79-5F8D23A34698}" dt="2025-11-11T15:05:17.542" v="187"/>
          <ac:spMkLst>
            <pc:docMk/>
            <pc:sldMk cId="1837513687" sldId="256"/>
            <ac:spMk id="30" creationId="{AAF659CE-035F-BB5F-50C1-85327D32B26D}"/>
          </ac:spMkLst>
        </pc:spChg>
        <pc:spChg chg="mod">
          <ac:chgData name="Renato Mendes" userId="9b329537-c76f-450e-a444-34b952bd95bb" providerId="ADAL" clId="{F3308D3E-AE3F-4134-AB79-5F8D23A34698}" dt="2025-11-11T15:07:33.466" v="251" actId="1037"/>
          <ac:spMkLst>
            <pc:docMk/>
            <pc:sldMk cId="1837513687" sldId="256"/>
            <ac:spMk id="31" creationId="{D557EC2E-A3A3-FDCD-0FBC-86B20D0CD54E}"/>
          </ac:spMkLst>
        </pc:spChg>
        <pc:spChg chg="add mod">
          <ac:chgData name="Renato Mendes" userId="9b329537-c76f-450e-a444-34b952bd95bb" providerId="ADAL" clId="{F3308D3E-AE3F-4134-AB79-5F8D23A34698}" dt="2025-11-11T15:05:55.602" v="201" actId="1076"/>
          <ac:spMkLst>
            <pc:docMk/>
            <pc:sldMk cId="1837513687" sldId="256"/>
            <ac:spMk id="32" creationId="{2CDE599D-0433-974C-09F7-7EA096689850}"/>
          </ac:spMkLst>
        </pc:spChg>
        <pc:spChg chg="add mod">
          <ac:chgData name="Renato Mendes" userId="9b329537-c76f-450e-a444-34b952bd95bb" providerId="ADAL" clId="{F3308D3E-AE3F-4134-AB79-5F8D23A34698}" dt="2025-11-11T15:06:16.482" v="207" actId="1076"/>
          <ac:spMkLst>
            <pc:docMk/>
            <pc:sldMk cId="1837513687" sldId="256"/>
            <ac:spMk id="33" creationId="{022C18C8-B138-4526-E404-B39BCC066388}"/>
          </ac:spMkLst>
        </pc:spChg>
        <pc:spChg chg="add mod">
          <ac:chgData name="Renato Mendes" userId="9b329537-c76f-450e-a444-34b952bd95bb" providerId="ADAL" clId="{F3308D3E-AE3F-4134-AB79-5F8D23A34698}" dt="2025-11-11T15:11:02.390" v="348" actId="164"/>
          <ac:spMkLst>
            <pc:docMk/>
            <pc:sldMk cId="1837513687" sldId="256"/>
            <ac:spMk id="34" creationId="{493EC915-CDAA-065F-C1A5-9EA8B0DC942C}"/>
          </ac:spMkLst>
        </pc:spChg>
        <pc:spChg chg="add mod">
          <ac:chgData name="Renato Mendes" userId="9b329537-c76f-450e-a444-34b952bd95bb" providerId="ADAL" clId="{F3308D3E-AE3F-4134-AB79-5F8D23A34698}" dt="2025-11-07T17:05:22.796" v="25" actId="1076"/>
          <ac:spMkLst>
            <pc:docMk/>
            <pc:sldMk cId="1837513687" sldId="256"/>
            <ac:spMk id="35" creationId="{A5F872C1-1262-F546-61F0-5619677D12AA}"/>
          </ac:spMkLst>
        </pc:spChg>
        <pc:spChg chg="add mod">
          <ac:chgData name="Renato Mendes" userId="9b329537-c76f-450e-a444-34b952bd95bb" providerId="ADAL" clId="{F3308D3E-AE3F-4134-AB79-5F8D23A34698}" dt="2025-11-11T15:10:14.511" v="338" actId="14100"/>
          <ac:spMkLst>
            <pc:docMk/>
            <pc:sldMk cId="1837513687" sldId="256"/>
            <ac:spMk id="36" creationId="{D2917DA3-BA5E-9885-5102-9D9A6755E3EB}"/>
          </ac:spMkLst>
        </pc:spChg>
        <pc:spChg chg="add mod">
          <ac:chgData name="Renato Mendes" userId="9b329537-c76f-450e-a444-34b952bd95bb" providerId="ADAL" clId="{F3308D3E-AE3F-4134-AB79-5F8D23A34698}" dt="2025-11-11T15:09:49.051" v="326" actId="14100"/>
          <ac:spMkLst>
            <pc:docMk/>
            <pc:sldMk cId="1837513687" sldId="256"/>
            <ac:spMk id="37" creationId="{FAE4762D-86FC-38B5-B2CA-C63418CAF4BF}"/>
          </ac:spMkLst>
        </pc:spChg>
        <pc:spChg chg="add mod">
          <ac:chgData name="Renato Mendes" userId="9b329537-c76f-450e-a444-34b952bd95bb" providerId="ADAL" clId="{F3308D3E-AE3F-4134-AB79-5F8D23A34698}" dt="2025-11-11T15:07:12.249" v="219" actId="14100"/>
          <ac:spMkLst>
            <pc:docMk/>
            <pc:sldMk cId="1837513687" sldId="256"/>
            <ac:spMk id="38" creationId="{AF47B17F-B021-EE59-87B5-E59153058C1C}"/>
          </ac:spMkLst>
        </pc:spChg>
        <pc:spChg chg="add mod">
          <ac:chgData name="Renato Mendes" userId="9b329537-c76f-450e-a444-34b952bd95bb" providerId="ADAL" clId="{F3308D3E-AE3F-4134-AB79-5F8D23A34698}" dt="2025-11-11T15:08:23.141" v="274" actId="403"/>
          <ac:spMkLst>
            <pc:docMk/>
            <pc:sldMk cId="1837513687" sldId="256"/>
            <ac:spMk id="39" creationId="{F216A259-AE55-65F3-4668-C39ECD65029F}"/>
          </ac:spMkLst>
        </pc:spChg>
        <pc:spChg chg="add mod">
          <ac:chgData name="Renato Mendes" userId="9b329537-c76f-450e-a444-34b952bd95bb" providerId="ADAL" clId="{F3308D3E-AE3F-4134-AB79-5F8D23A34698}" dt="2025-11-11T15:08:30.722" v="276" actId="1076"/>
          <ac:spMkLst>
            <pc:docMk/>
            <pc:sldMk cId="1837513687" sldId="256"/>
            <ac:spMk id="40" creationId="{9C7707D9-939D-7E3B-7149-58CEC850492D}"/>
          </ac:spMkLst>
        </pc:spChg>
        <pc:spChg chg="add mod">
          <ac:chgData name="Renato Mendes" userId="9b329537-c76f-450e-a444-34b952bd95bb" providerId="ADAL" clId="{F3308D3E-AE3F-4134-AB79-5F8D23A34698}" dt="2025-11-11T15:09:09.640" v="311" actId="1076"/>
          <ac:spMkLst>
            <pc:docMk/>
            <pc:sldMk cId="1837513687" sldId="256"/>
            <ac:spMk id="41" creationId="{9BDC9F4E-8B77-44D9-57AD-4685509BA601}"/>
          </ac:spMkLst>
        </pc:spChg>
        <pc:spChg chg="add mod">
          <ac:chgData name="Renato Mendes" userId="9b329537-c76f-450e-a444-34b952bd95bb" providerId="ADAL" clId="{F3308D3E-AE3F-4134-AB79-5F8D23A34698}" dt="2025-11-11T15:10:24.229" v="340" actId="14100"/>
          <ac:spMkLst>
            <pc:docMk/>
            <pc:sldMk cId="1837513687" sldId="256"/>
            <ac:spMk id="42" creationId="{17FF80F2-CE49-EB26-A94C-6D7D69C40908}"/>
          </ac:spMkLst>
        </pc:spChg>
        <pc:spChg chg="add mod">
          <ac:chgData name="Renato Mendes" userId="9b329537-c76f-450e-a444-34b952bd95bb" providerId="ADAL" clId="{F3308D3E-AE3F-4134-AB79-5F8D23A34698}" dt="2025-11-11T15:10:41.931" v="345" actId="14100"/>
          <ac:spMkLst>
            <pc:docMk/>
            <pc:sldMk cId="1837513687" sldId="256"/>
            <ac:spMk id="43" creationId="{5A93095A-A193-B263-34AE-13C32F6B5183}"/>
          </ac:spMkLst>
        </pc:spChg>
        <pc:spChg chg="add mod">
          <ac:chgData name="Renato Mendes" userId="9b329537-c76f-450e-a444-34b952bd95bb" providerId="ADAL" clId="{F3308D3E-AE3F-4134-AB79-5F8D23A34698}" dt="2025-11-11T15:10:47.651" v="347" actId="1076"/>
          <ac:spMkLst>
            <pc:docMk/>
            <pc:sldMk cId="1837513687" sldId="256"/>
            <ac:spMk id="44" creationId="{A8FEAABB-8D45-EA7D-741E-249D912A6274}"/>
          </ac:spMkLst>
        </pc:spChg>
      </pc:sldChg>
      <pc:sldChg chg="addSp delSp new mod">
        <pc:chgData name="Renato Mendes" userId="9b329537-c76f-450e-a444-34b952bd95bb" providerId="ADAL" clId="{F3308D3E-AE3F-4134-AB79-5F8D23A34698}" dt="2025-11-11T15:11:12.813" v="352"/>
        <pc:sldMkLst>
          <pc:docMk/>
          <pc:sldMk cId="665239694" sldId="257"/>
        </pc:sldMkLst>
        <pc:spChg chg="del">
          <ac:chgData name="Renato Mendes" userId="9b329537-c76f-450e-a444-34b952bd95bb" providerId="ADAL" clId="{F3308D3E-AE3F-4134-AB79-5F8D23A34698}" dt="2025-11-11T15:11:09.423" v="350" actId="478"/>
          <ac:spMkLst>
            <pc:docMk/>
            <pc:sldMk cId="665239694" sldId="257"/>
            <ac:spMk id="2" creationId="{D0BC688C-3C79-3971-EDA3-DA9B51FC2DA1}"/>
          </ac:spMkLst>
        </pc:spChg>
        <pc:spChg chg="del">
          <ac:chgData name="Renato Mendes" userId="9b329537-c76f-450e-a444-34b952bd95bb" providerId="ADAL" clId="{F3308D3E-AE3F-4134-AB79-5F8D23A34698}" dt="2025-11-11T15:11:10.241" v="351" actId="478"/>
          <ac:spMkLst>
            <pc:docMk/>
            <pc:sldMk cId="665239694" sldId="257"/>
            <ac:spMk id="3" creationId="{60D6BBFC-33F1-1AEA-0B7E-E0A8DDBC5FA5}"/>
          </ac:spMkLst>
        </pc:spChg>
        <pc:picChg chg="add">
          <ac:chgData name="Renato Mendes" userId="9b329537-c76f-450e-a444-34b952bd95bb" providerId="ADAL" clId="{F3308D3E-AE3F-4134-AB79-5F8D23A34698}" dt="2025-11-11T15:11:12.813" v="352"/>
          <ac:picMkLst>
            <pc:docMk/>
            <pc:sldMk cId="665239694" sldId="257"/>
            <ac:picMk id="4" creationId="{C341EB04-BCBA-FFE9-D4D0-3B463A6BE64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51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835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96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30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074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025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41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37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707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61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80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AB069-A705-474E-8682-6258B87ED28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66CB3-DAE7-4CDA-9E75-400AB48AA0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78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rc 35">
            <a:extLst>
              <a:ext uri="{FF2B5EF4-FFF2-40B4-BE49-F238E27FC236}">
                <a16:creationId xmlns:a16="http://schemas.microsoft.com/office/drawing/2014/main" id="{D2917DA3-BA5E-9885-5102-9D9A6755E3EB}"/>
              </a:ext>
            </a:extLst>
          </p:cNvPr>
          <p:cNvSpPr/>
          <p:nvPr/>
        </p:nvSpPr>
        <p:spPr>
          <a:xfrm rot="14554770">
            <a:off x="6050220" y="-37152"/>
            <a:ext cx="4749394" cy="7105350"/>
          </a:xfrm>
          <a:prstGeom prst="arc">
            <a:avLst>
              <a:gd name="adj1" fmla="val 16738545"/>
              <a:gd name="adj2" fmla="val 19560045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565D294B-A7DC-75F9-CC40-27CE74DFBAD4}"/>
              </a:ext>
            </a:extLst>
          </p:cNvPr>
          <p:cNvSpPr/>
          <p:nvPr/>
        </p:nvSpPr>
        <p:spPr>
          <a:xfrm rot="15559634">
            <a:off x="3134635" y="957371"/>
            <a:ext cx="8696396" cy="7511167"/>
          </a:xfrm>
          <a:prstGeom prst="arc">
            <a:avLst>
              <a:gd name="adj1" fmla="val 16920336"/>
              <a:gd name="adj2" fmla="val 21069141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2CDE599D-0433-974C-09F7-7EA096689850}"/>
              </a:ext>
            </a:extLst>
          </p:cNvPr>
          <p:cNvSpPr/>
          <p:nvPr/>
        </p:nvSpPr>
        <p:spPr>
          <a:xfrm rot="20959634">
            <a:off x="3392723" y="313099"/>
            <a:ext cx="7335372" cy="9648204"/>
          </a:xfrm>
          <a:prstGeom prst="arc">
            <a:avLst>
              <a:gd name="adj1" fmla="val 16920336"/>
              <a:gd name="adj2" fmla="val 194840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E6A2452-F930-32BE-5C1D-E8B1B4EEDAE3}"/>
              </a:ext>
            </a:extLst>
          </p:cNvPr>
          <p:cNvGrpSpPr/>
          <p:nvPr/>
        </p:nvGrpSpPr>
        <p:grpSpPr>
          <a:xfrm>
            <a:off x="1806045" y="79829"/>
            <a:ext cx="9746128" cy="9479378"/>
            <a:chOff x="1806045" y="79829"/>
            <a:chExt cx="9746128" cy="947937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E53105E-67CA-487B-6FBC-37E1B1E1F9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06045" y="79829"/>
              <a:ext cx="9479378" cy="947937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E05A4D9-E149-CC76-83E9-9EADE0C4C1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3288" y="1517072"/>
              <a:ext cx="6604890" cy="660489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8D09B9B-27F1-D69B-2FA4-A1D81F642C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64238" y="3084757"/>
              <a:ext cx="3762987" cy="376298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8814FA-26CB-DFA1-68F0-1C4C6B3A2FA9}"/>
                </a:ext>
              </a:extLst>
            </p:cNvPr>
            <p:cNvSpPr txBox="1"/>
            <p:nvPr/>
          </p:nvSpPr>
          <p:spPr>
            <a:xfrm>
              <a:off x="5697203" y="95860"/>
              <a:ext cx="16970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/>
                <a:t>Model Prediction</a:t>
              </a:r>
              <a:endParaRPr lang="en-GB" sz="16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1809CF-15AF-A2A1-C1BB-18F787B9CCBD}"/>
                </a:ext>
              </a:extLst>
            </p:cNvPr>
            <p:cNvSpPr txBox="1"/>
            <p:nvPr/>
          </p:nvSpPr>
          <p:spPr>
            <a:xfrm>
              <a:off x="5697203" y="1679705"/>
              <a:ext cx="169705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/>
                <a:t>Model Prediction</a:t>
              </a:r>
              <a:endParaRPr lang="en-GB" sz="16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054241-FC1F-634C-426D-B48EA8739889}"/>
                </a:ext>
              </a:extLst>
            </p:cNvPr>
            <p:cNvSpPr txBox="1"/>
            <p:nvPr/>
          </p:nvSpPr>
          <p:spPr>
            <a:xfrm>
              <a:off x="5700386" y="3570974"/>
              <a:ext cx="17069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/>
                <a:t>Model Prediction</a:t>
              </a:r>
              <a:endParaRPr lang="en-GB" sz="1600" b="1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D36DEC0-235B-CEF0-D1DC-6A47DF75A2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71604" y="4892123"/>
              <a:ext cx="148255" cy="14825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0D6D35-144D-82E3-5C53-A5973CCC4F35}"/>
                </a:ext>
              </a:extLst>
            </p:cNvPr>
            <p:cNvSpPr txBox="1"/>
            <p:nvPr/>
          </p:nvSpPr>
          <p:spPr>
            <a:xfrm>
              <a:off x="5631209" y="5917906"/>
              <a:ext cx="1829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/>
                <a:t>AUV Data Acquistion</a:t>
              </a:r>
              <a:endParaRPr lang="en-GB" sz="16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51241E6-167F-7282-AA46-F0197422DDB4}"/>
                </a:ext>
              </a:extLst>
            </p:cNvPr>
            <p:cNvSpPr txBox="1"/>
            <p:nvPr/>
          </p:nvSpPr>
          <p:spPr>
            <a:xfrm>
              <a:off x="5631209" y="7345187"/>
              <a:ext cx="1829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/>
                <a:t>AUV Data Acquistion</a:t>
              </a:r>
              <a:endParaRPr lang="en-GB" sz="16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E2CD894-115A-AB15-144B-9126DC8CFC95}"/>
                </a:ext>
              </a:extLst>
            </p:cNvPr>
            <p:cNvSpPr txBox="1"/>
            <p:nvPr/>
          </p:nvSpPr>
          <p:spPr>
            <a:xfrm>
              <a:off x="5631209" y="8807756"/>
              <a:ext cx="1829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/>
                <a:t>AUV Data Acquistion</a:t>
              </a:r>
              <a:endParaRPr lang="en-GB" sz="16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0200B0-6DA5-E86C-6423-80A9B5B2C7AD}"/>
                </a:ext>
              </a:extLst>
            </p:cNvPr>
            <p:cNvSpPr txBox="1"/>
            <p:nvPr/>
          </p:nvSpPr>
          <p:spPr>
            <a:xfrm>
              <a:off x="4490763" y="4654276"/>
              <a:ext cx="16466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/>
                <a:t>Data Assimilation</a:t>
              </a:r>
              <a:endParaRPr lang="en-GB" sz="16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120A4EA-D619-84E9-A892-327533BE202C}"/>
                </a:ext>
              </a:extLst>
            </p:cNvPr>
            <p:cNvSpPr txBox="1"/>
            <p:nvPr/>
          </p:nvSpPr>
          <p:spPr>
            <a:xfrm>
              <a:off x="3038501" y="4652564"/>
              <a:ext cx="16483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/>
                <a:t>Data Assimilation</a:t>
              </a:r>
              <a:endParaRPr lang="en-GB" sz="16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33EDDB-DAF1-8ACB-668C-D6820A4ACBAE}"/>
                </a:ext>
              </a:extLst>
            </p:cNvPr>
            <p:cNvSpPr txBox="1"/>
            <p:nvPr/>
          </p:nvSpPr>
          <p:spPr>
            <a:xfrm>
              <a:off x="8360337" y="4652563"/>
              <a:ext cx="16896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/>
                <a:t>Route Generation</a:t>
              </a:r>
              <a:endParaRPr lang="en-GB" sz="16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B0B9632-98DA-49BE-5F6C-A224C58DE2DC}"/>
                </a:ext>
              </a:extLst>
            </p:cNvPr>
            <p:cNvSpPr txBox="1"/>
            <p:nvPr/>
          </p:nvSpPr>
          <p:spPr>
            <a:xfrm>
              <a:off x="6980697" y="4652565"/>
              <a:ext cx="16483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/>
                <a:t>Route Generation</a:t>
              </a:r>
              <a:endParaRPr lang="en-GB" sz="16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930F9EA-3443-4534-73E2-80E9AF783379}"/>
                </a:ext>
              </a:extLst>
            </p:cNvPr>
            <p:cNvSpPr txBox="1"/>
            <p:nvPr/>
          </p:nvSpPr>
          <p:spPr>
            <a:xfrm>
              <a:off x="9862476" y="4652561"/>
              <a:ext cx="16896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/>
                <a:t>Route Generation</a:t>
              </a:r>
              <a:endParaRPr lang="en-GB" sz="16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922605-FDAF-48A1-AB2A-857D537D50D9}"/>
                </a:ext>
              </a:extLst>
            </p:cNvPr>
            <p:cNvSpPr txBox="1"/>
            <p:nvPr/>
          </p:nvSpPr>
          <p:spPr>
            <a:xfrm>
              <a:off x="5631209" y="663960"/>
              <a:ext cx="1829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>
                  <a:solidFill>
                    <a:schemeClr val="accent3"/>
                  </a:solidFill>
                </a:rPr>
                <a:t>C-C4</a:t>
              </a:r>
              <a:br>
                <a:rPr lang="pt-PT" sz="1600" b="1" dirty="0">
                  <a:solidFill>
                    <a:schemeClr val="accent3"/>
                  </a:solidFill>
                </a:rPr>
              </a:br>
              <a:r>
                <a:rPr lang="pt-PT" sz="1600" b="1" dirty="0">
                  <a:solidFill>
                    <a:schemeClr val="accent3"/>
                  </a:solidFill>
                </a:rPr>
                <a:t>D-D4</a:t>
              </a:r>
              <a:endParaRPr lang="en-GB" sz="1600" b="1" dirty="0">
                <a:solidFill>
                  <a:schemeClr val="accent3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EF3329-F451-29D6-3257-5BA3A9463DC3}"/>
                </a:ext>
              </a:extLst>
            </p:cNvPr>
            <p:cNvSpPr txBox="1"/>
            <p:nvPr/>
          </p:nvSpPr>
          <p:spPr>
            <a:xfrm>
              <a:off x="5631209" y="2269722"/>
              <a:ext cx="1829047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>
                  <a:solidFill>
                    <a:schemeClr val="accent3"/>
                  </a:solidFill>
                </a:rPr>
                <a:t>B-B1</a:t>
              </a:r>
              <a:endParaRPr lang="en-GB" sz="1600" b="1" dirty="0">
                <a:solidFill>
                  <a:schemeClr val="accent3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1A3BDEA-8AA5-3641-34F2-90ED3C520D9E}"/>
                </a:ext>
              </a:extLst>
            </p:cNvPr>
            <p:cNvSpPr txBox="1"/>
            <p:nvPr/>
          </p:nvSpPr>
          <p:spPr>
            <a:xfrm>
              <a:off x="5631209" y="4100960"/>
              <a:ext cx="1829047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>
                  <a:solidFill>
                    <a:schemeClr val="accent3"/>
                  </a:solidFill>
                </a:rPr>
                <a:t>A</a:t>
              </a:r>
              <a:endParaRPr lang="en-GB" sz="1600" b="1" dirty="0">
                <a:solidFill>
                  <a:schemeClr val="accent3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43B223C-8556-AC94-5DB8-38CA2C8C52A0}"/>
                </a:ext>
              </a:extLst>
            </p:cNvPr>
            <p:cNvSpPr txBox="1"/>
            <p:nvPr/>
          </p:nvSpPr>
          <p:spPr>
            <a:xfrm>
              <a:off x="5631209" y="5597702"/>
              <a:ext cx="1829047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>
                  <a:solidFill>
                    <a:schemeClr val="accent3"/>
                  </a:solidFill>
                </a:rPr>
                <a:t>XP2</a:t>
              </a:r>
              <a:endParaRPr lang="en-GB" sz="1600" b="1" dirty="0">
                <a:solidFill>
                  <a:schemeClr val="accent3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4302C2D-E91D-D966-435D-8018B0B85EE1}"/>
                </a:ext>
              </a:extLst>
            </p:cNvPr>
            <p:cNvSpPr txBox="1"/>
            <p:nvPr/>
          </p:nvSpPr>
          <p:spPr>
            <a:xfrm>
              <a:off x="5631209" y="7029127"/>
              <a:ext cx="1829047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>
                  <a:solidFill>
                    <a:schemeClr val="accent3"/>
                  </a:solidFill>
                </a:rPr>
                <a:t>XP3, XP5</a:t>
              </a:r>
              <a:endParaRPr lang="en-GB" sz="1600" b="1" dirty="0">
                <a:solidFill>
                  <a:schemeClr val="accent3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749081-F6FC-89EE-B477-5A50189B38D2}"/>
                </a:ext>
              </a:extLst>
            </p:cNvPr>
            <p:cNvSpPr txBox="1"/>
            <p:nvPr/>
          </p:nvSpPr>
          <p:spPr>
            <a:xfrm>
              <a:off x="5631209" y="8493410"/>
              <a:ext cx="1829047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>
                  <a:solidFill>
                    <a:schemeClr val="accent3"/>
                  </a:solidFill>
                </a:rPr>
                <a:t>XP2, XP3, XP5</a:t>
              </a:r>
              <a:endParaRPr lang="en-GB" sz="1600" b="1" dirty="0">
                <a:solidFill>
                  <a:schemeClr val="accent3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1CD1ADB-0C57-F141-7AA4-1AF9EC96A5D0}"/>
                </a:ext>
              </a:extLst>
            </p:cNvPr>
            <p:cNvSpPr txBox="1"/>
            <p:nvPr/>
          </p:nvSpPr>
          <p:spPr>
            <a:xfrm>
              <a:off x="6350449" y="4131487"/>
              <a:ext cx="1829047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>
                  <a:solidFill>
                    <a:srgbClr val="C00000"/>
                  </a:solidFill>
                </a:rPr>
                <a:t>29 Oct</a:t>
              </a:r>
              <a:endParaRPr lang="en-GB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4D3EF92-DAB9-F9B9-128B-633B5498BF0F}"/>
                </a:ext>
              </a:extLst>
            </p:cNvPr>
            <p:cNvSpPr txBox="1"/>
            <p:nvPr/>
          </p:nvSpPr>
          <p:spPr>
            <a:xfrm>
              <a:off x="7480064" y="3043691"/>
              <a:ext cx="1829047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>
                  <a:solidFill>
                    <a:srgbClr val="C00000"/>
                  </a:solidFill>
                </a:rPr>
                <a:t>30 Oct</a:t>
              </a:r>
              <a:endParaRPr lang="en-GB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557EC2E-A3A3-FDCD-0FBC-86B20D0CD54E}"/>
                </a:ext>
              </a:extLst>
            </p:cNvPr>
            <p:cNvSpPr txBox="1"/>
            <p:nvPr/>
          </p:nvSpPr>
          <p:spPr>
            <a:xfrm>
              <a:off x="8457883" y="2030080"/>
              <a:ext cx="1829047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>
                  <a:solidFill>
                    <a:srgbClr val="C00000"/>
                  </a:solidFill>
                </a:rPr>
                <a:t>31 Oct</a:t>
              </a:r>
              <a:endParaRPr lang="en-GB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493EC915-CDAA-065F-C1A5-9EA8B0DC942C}"/>
                </a:ext>
              </a:extLst>
            </p:cNvPr>
            <p:cNvSpPr/>
            <p:nvPr/>
          </p:nvSpPr>
          <p:spPr>
            <a:xfrm rot="4218373">
              <a:off x="6413868" y="4620890"/>
              <a:ext cx="1293083" cy="1731898"/>
            </a:xfrm>
            <a:prstGeom prst="arc">
              <a:avLst>
                <a:gd name="adj1" fmla="val 17121225"/>
                <a:gd name="adj2" fmla="val 50906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A5F872C1-1262-F546-61F0-5619677D12AA}"/>
                </a:ext>
              </a:extLst>
            </p:cNvPr>
            <p:cNvSpPr/>
            <p:nvPr/>
          </p:nvSpPr>
          <p:spPr>
            <a:xfrm rot="10293412">
              <a:off x="5391470" y="4410593"/>
              <a:ext cx="1293083" cy="1731898"/>
            </a:xfrm>
            <a:prstGeom prst="arc">
              <a:avLst>
                <a:gd name="adj1" fmla="val 17121225"/>
                <a:gd name="adj2" fmla="val 50906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FAE4762D-86FC-38B5-B2CA-C63418CAF4BF}"/>
                </a:ext>
              </a:extLst>
            </p:cNvPr>
            <p:cNvSpPr/>
            <p:nvPr/>
          </p:nvSpPr>
          <p:spPr>
            <a:xfrm rot="20959634">
              <a:off x="6501469" y="3820594"/>
              <a:ext cx="1293083" cy="1731898"/>
            </a:xfrm>
            <a:prstGeom prst="arc">
              <a:avLst>
                <a:gd name="adj1" fmla="val 16510423"/>
                <a:gd name="adj2" fmla="val 50906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" name="Arc 1">
              <a:extLst>
                <a:ext uri="{FF2B5EF4-FFF2-40B4-BE49-F238E27FC236}">
                  <a16:creationId xmlns:a16="http://schemas.microsoft.com/office/drawing/2014/main" id="{24B39158-A3E2-6209-A334-4088B6363AB1}"/>
                </a:ext>
              </a:extLst>
            </p:cNvPr>
            <p:cNvSpPr/>
            <p:nvPr/>
          </p:nvSpPr>
          <p:spPr>
            <a:xfrm rot="20959634">
              <a:off x="4931181" y="1862071"/>
              <a:ext cx="4258456" cy="5703587"/>
            </a:xfrm>
            <a:prstGeom prst="arc">
              <a:avLst>
                <a:gd name="adj1" fmla="val 16920336"/>
                <a:gd name="adj2" fmla="val 50906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8891E3B6-0B9E-23B0-FE20-8B239D5EB8B9}"/>
                </a:ext>
              </a:extLst>
            </p:cNvPr>
            <p:cNvSpPr/>
            <p:nvPr/>
          </p:nvSpPr>
          <p:spPr>
            <a:xfrm rot="4759634">
              <a:off x="4739439" y="3072248"/>
              <a:ext cx="4590366" cy="4341280"/>
            </a:xfrm>
            <a:prstGeom prst="arc">
              <a:avLst>
                <a:gd name="adj1" fmla="val 16920336"/>
                <a:gd name="adj2" fmla="val 50906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D461E4BB-B1C2-3539-E9F8-CDC9D0A6F03B}"/>
                </a:ext>
              </a:extLst>
            </p:cNvPr>
            <p:cNvSpPr/>
            <p:nvPr/>
          </p:nvSpPr>
          <p:spPr>
            <a:xfrm rot="10159634">
              <a:off x="3711657" y="3184480"/>
              <a:ext cx="4590366" cy="4341280"/>
            </a:xfrm>
            <a:prstGeom prst="arc">
              <a:avLst>
                <a:gd name="adj1" fmla="val 16920336"/>
                <a:gd name="adj2" fmla="val 50906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022C18C8-B138-4526-E404-B39BCC066388}"/>
                </a:ext>
              </a:extLst>
            </p:cNvPr>
            <p:cNvSpPr/>
            <p:nvPr/>
          </p:nvSpPr>
          <p:spPr>
            <a:xfrm rot="4759634">
              <a:off x="2941103" y="1280701"/>
              <a:ext cx="7645148" cy="7965094"/>
            </a:xfrm>
            <a:prstGeom prst="arc">
              <a:avLst>
                <a:gd name="adj1" fmla="val 16920336"/>
                <a:gd name="adj2" fmla="val 19484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AF47B17F-B021-EE59-87B5-E59153058C1C}"/>
                </a:ext>
              </a:extLst>
            </p:cNvPr>
            <p:cNvSpPr/>
            <p:nvPr/>
          </p:nvSpPr>
          <p:spPr>
            <a:xfrm rot="10159634">
              <a:off x="2187616" y="1133824"/>
              <a:ext cx="7645148" cy="7965094"/>
            </a:xfrm>
            <a:prstGeom prst="arc">
              <a:avLst>
                <a:gd name="adj1" fmla="val 16920336"/>
                <a:gd name="adj2" fmla="val 366349"/>
              </a:avLst>
            </a:prstGeom>
            <a:ln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16A259-AE55-65F3-4668-C39ECD65029F}"/>
                </a:ext>
              </a:extLst>
            </p:cNvPr>
            <p:cNvSpPr txBox="1"/>
            <p:nvPr/>
          </p:nvSpPr>
          <p:spPr>
            <a:xfrm>
              <a:off x="4177793" y="502531"/>
              <a:ext cx="18290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200" b="1" dirty="0">
                  <a:solidFill>
                    <a:srgbClr val="7030A0"/>
                  </a:solidFill>
                </a:rPr>
                <a:t>CMS Solution</a:t>
              </a:r>
              <a:endParaRPr lang="en-GB" sz="1200" b="1" dirty="0">
                <a:solidFill>
                  <a:srgbClr val="7030A0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C7707D9-939D-7E3B-7149-58CEC850492D}"/>
                </a:ext>
              </a:extLst>
            </p:cNvPr>
            <p:cNvSpPr txBox="1"/>
            <p:nvPr/>
          </p:nvSpPr>
          <p:spPr>
            <a:xfrm>
              <a:off x="4326147" y="2072050"/>
              <a:ext cx="18290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200" b="1" dirty="0">
                  <a:solidFill>
                    <a:srgbClr val="7030A0"/>
                  </a:solidFill>
                </a:rPr>
                <a:t>CMS Solution</a:t>
              </a:r>
              <a:endParaRPr lang="en-GB" sz="1200" b="1" dirty="0">
                <a:solidFill>
                  <a:srgbClr val="7030A0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BDC9F4E-8B77-44D9-57AD-4685509BA601}"/>
                </a:ext>
              </a:extLst>
            </p:cNvPr>
            <p:cNvSpPr txBox="1"/>
            <p:nvPr/>
          </p:nvSpPr>
          <p:spPr>
            <a:xfrm>
              <a:off x="5038119" y="3378243"/>
              <a:ext cx="18290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200" b="1" dirty="0">
                  <a:solidFill>
                    <a:srgbClr val="7030A0"/>
                  </a:solidFill>
                </a:rPr>
                <a:t>CMS Solution</a:t>
              </a:r>
              <a:endParaRPr lang="en-GB" sz="1200" b="1" dirty="0">
                <a:solidFill>
                  <a:srgbClr val="7030A0"/>
                </a:solidFill>
              </a:endParaRPr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17FF80F2-CE49-EB26-A94C-6D7D69C40908}"/>
                </a:ext>
              </a:extLst>
            </p:cNvPr>
            <p:cNvSpPr/>
            <p:nvPr/>
          </p:nvSpPr>
          <p:spPr>
            <a:xfrm rot="5400000" flipV="1">
              <a:off x="5706536" y="3247884"/>
              <a:ext cx="664065" cy="724462"/>
            </a:xfrm>
            <a:prstGeom prst="arc">
              <a:avLst>
                <a:gd name="adj1" fmla="val 17121225"/>
                <a:gd name="adj2" fmla="val 21275093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5A93095A-A193-B263-34AE-13C32F6B5183}"/>
                </a:ext>
              </a:extLst>
            </p:cNvPr>
            <p:cNvSpPr/>
            <p:nvPr/>
          </p:nvSpPr>
          <p:spPr>
            <a:xfrm rot="5400000" flipH="1" flipV="1">
              <a:off x="5651383" y="1536766"/>
              <a:ext cx="747948" cy="1511493"/>
            </a:xfrm>
            <a:prstGeom prst="arc">
              <a:avLst>
                <a:gd name="adj1" fmla="val 17121225"/>
                <a:gd name="adj2" fmla="val 21275093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A8FEAABB-8D45-EA7D-741E-249D912A6274}"/>
                </a:ext>
              </a:extLst>
            </p:cNvPr>
            <p:cNvSpPr/>
            <p:nvPr/>
          </p:nvSpPr>
          <p:spPr>
            <a:xfrm rot="5400000" flipH="1" flipV="1">
              <a:off x="5686919" y="-51580"/>
              <a:ext cx="747948" cy="1511493"/>
            </a:xfrm>
            <a:prstGeom prst="arc">
              <a:avLst>
                <a:gd name="adj1" fmla="val 17121225"/>
                <a:gd name="adj2" fmla="val 21275093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37513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41EB04-BCBA-FFE9-D4D0-3B463A6BE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577" y="51404"/>
            <a:ext cx="9754445" cy="949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39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b6fecd8-d385-4fbd-81d5-2882dd89aa7c}" enabled="1" method="Privileged" siteId="{1b767821-f247-495a-be34-07df348d444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51</Words>
  <Application>Microsoft Office PowerPoint</Application>
  <PresentationFormat>A3 Paper (297x420 mm)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Mendes</dc:creator>
  <cp:lastModifiedBy>Renato Mendes</cp:lastModifiedBy>
  <cp:revision>1</cp:revision>
  <dcterms:created xsi:type="dcterms:W3CDTF">2025-11-07T16:37:47Z</dcterms:created>
  <dcterms:modified xsi:type="dcterms:W3CDTF">2025-11-11T15:11:18Z</dcterms:modified>
</cp:coreProperties>
</file>