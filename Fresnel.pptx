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ABFD0B-F473-466B-956E-1DA4C4C4E7A8}" v="25" dt="2025-11-04T23:54:25.1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100" d="100"/>
          <a:sy n="100" d="100"/>
        </p:scale>
        <p:origin x="91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nato Mendes" userId="9b329537-c76f-450e-a444-34b952bd95bb" providerId="ADAL" clId="{F3308D3E-AE3F-4134-AB79-5F8D23A34698}"/>
    <pc:docChg chg="undo custSel addSld modSld">
      <pc:chgData name="Renato Mendes" userId="9b329537-c76f-450e-a444-34b952bd95bb" providerId="ADAL" clId="{F3308D3E-AE3F-4134-AB79-5F8D23A34698}" dt="2025-11-04T23:54:31.881" v="502" actId="1076"/>
      <pc:docMkLst>
        <pc:docMk/>
      </pc:docMkLst>
      <pc:sldChg chg="modSp mod">
        <pc:chgData name="Renato Mendes" userId="9b329537-c76f-450e-a444-34b952bd95bb" providerId="ADAL" clId="{F3308D3E-AE3F-4134-AB79-5F8D23A34698}" dt="2025-11-04T23:52:04.590" v="492" actId="1076"/>
        <pc:sldMkLst>
          <pc:docMk/>
          <pc:sldMk cId="2353633428" sldId="256"/>
        </pc:sldMkLst>
        <pc:spChg chg="mod">
          <ac:chgData name="Renato Mendes" userId="9b329537-c76f-450e-a444-34b952bd95bb" providerId="ADAL" clId="{F3308D3E-AE3F-4134-AB79-5F8D23A34698}" dt="2025-11-04T23:52:02.637" v="491" actId="1076"/>
          <ac:spMkLst>
            <pc:docMk/>
            <pc:sldMk cId="2353633428" sldId="256"/>
            <ac:spMk id="10" creationId="{4366A909-7D23-D876-F0AA-714538D114BA}"/>
          </ac:spMkLst>
        </pc:spChg>
        <pc:picChg chg="mod">
          <ac:chgData name="Renato Mendes" userId="9b329537-c76f-450e-a444-34b952bd95bb" providerId="ADAL" clId="{F3308D3E-AE3F-4134-AB79-5F8D23A34698}" dt="2025-11-04T23:52:04.590" v="492" actId="1076"/>
          <ac:picMkLst>
            <pc:docMk/>
            <pc:sldMk cId="2353633428" sldId="256"/>
            <ac:picMk id="4" creationId="{BA1BC90A-E611-7C27-FF7A-CC2C2F39B29F}"/>
          </ac:picMkLst>
        </pc:picChg>
      </pc:sldChg>
      <pc:sldChg chg="addSp delSp modSp add mod">
        <pc:chgData name="Renato Mendes" userId="9b329537-c76f-450e-a444-34b952bd95bb" providerId="ADAL" clId="{F3308D3E-AE3F-4134-AB79-5F8D23A34698}" dt="2025-11-04T23:51:19.464" v="487" actId="20577"/>
        <pc:sldMkLst>
          <pc:docMk/>
          <pc:sldMk cId="518146863" sldId="258"/>
        </pc:sldMkLst>
        <pc:spChg chg="add del mod">
          <ac:chgData name="Renato Mendes" userId="9b329537-c76f-450e-a444-34b952bd95bb" providerId="ADAL" clId="{F3308D3E-AE3F-4134-AB79-5F8D23A34698}" dt="2025-11-04T23:18:20.150" v="52" actId="478"/>
          <ac:spMkLst>
            <pc:docMk/>
            <pc:sldMk cId="518146863" sldId="258"/>
            <ac:spMk id="7" creationId="{1F83BA16-C3FA-0770-8856-ADFC481EF7F5}"/>
          </ac:spMkLst>
        </pc:spChg>
        <pc:spChg chg="mod">
          <ac:chgData name="Renato Mendes" userId="9b329537-c76f-450e-a444-34b952bd95bb" providerId="ADAL" clId="{F3308D3E-AE3F-4134-AB79-5F8D23A34698}" dt="2025-11-04T23:51:19.464" v="487" actId="20577"/>
          <ac:spMkLst>
            <pc:docMk/>
            <pc:sldMk cId="518146863" sldId="258"/>
            <ac:spMk id="10" creationId="{2096E989-C08D-FCCF-E377-7339AFC5B0D6}"/>
          </ac:spMkLst>
        </pc:spChg>
        <pc:graphicFrameChg chg="add del mod">
          <ac:chgData name="Renato Mendes" userId="9b329537-c76f-450e-a444-34b952bd95bb" providerId="ADAL" clId="{F3308D3E-AE3F-4134-AB79-5F8D23A34698}" dt="2025-11-04T23:15:53.972" v="3" actId="478"/>
          <ac:graphicFrameMkLst>
            <pc:docMk/>
            <pc:sldMk cId="518146863" sldId="258"/>
            <ac:graphicFrameMk id="2" creationId="{6F0C301A-3B69-C882-3C36-3BAEE7BA30F9}"/>
          </ac:graphicFrameMkLst>
        </pc:graphicFrameChg>
        <pc:picChg chg="del">
          <ac:chgData name="Renato Mendes" userId="9b329537-c76f-450e-a444-34b952bd95bb" providerId="ADAL" clId="{F3308D3E-AE3F-4134-AB79-5F8D23A34698}" dt="2025-11-04T23:15:21.765" v="1" actId="478"/>
          <ac:picMkLst>
            <pc:docMk/>
            <pc:sldMk cId="518146863" sldId="258"/>
            <ac:picMk id="4" creationId="{853EFDA0-7A10-D228-53B8-0BC8C4F8213F}"/>
          </ac:picMkLst>
        </pc:picChg>
        <pc:picChg chg="add del mod ord">
          <ac:chgData name="Renato Mendes" userId="9b329537-c76f-450e-a444-34b952bd95bb" providerId="ADAL" clId="{F3308D3E-AE3F-4134-AB79-5F8D23A34698}" dt="2025-11-04T23:18:46.352" v="60" actId="12788"/>
          <ac:picMkLst>
            <pc:docMk/>
            <pc:sldMk cId="518146863" sldId="258"/>
            <ac:picMk id="5" creationId="{9DB65CD3-0175-AFAA-7DDC-1FCCE5DA33BA}"/>
          </ac:picMkLst>
        </pc:picChg>
      </pc:sldChg>
      <pc:sldChg chg="addSp delSp modSp add mod">
        <pc:chgData name="Renato Mendes" userId="9b329537-c76f-450e-a444-34b952bd95bb" providerId="ADAL" clId="{F3308D3E-AE3F-4134-AB79-5F8D23A34698}" dt="2025-11-04T23:54:31.881" v="502" actId="1076"/>
        <pc:sldMkLst>
          <pc:docMk/>
          <pc:sldMk cId="1500197544" sldId="259"/>
        </pc:sldMkLst>
        <pc:spChg chg="add mod">
          <ac:chgData name="Renato Mendes" userId="9b329537-c76f-450e-a444-34b952bd95bb" providerId="ADAL" clId="{F3308D3E-AE3F-4134-AB79-5F8D23A34698}" dt="2025-11-04T23:20:18.085" v="73" actId="1076"/>
          <ac:spMkLst>
            <pc:docMk/>
            <pc:sldMk cId="1500197544" sldId="259"/>
            <ac:spMk id="4" creationId="{C403C627-CE8F-8822-F33A-8A3DAE3D8642}"/>
          </ac:spMkLst>
        </pc:spChg>
        <pc:spChg chg="add mod">
          <ac:chgData name="Renato Mendes" userId="9b329537-c76f-450e-a444-34b952bd95bb" providerId="ADAL" clId="{F3308D3E-AE3F-4134-AB79-5F8D23A34698}" dt="2025-11-04T23:20:39.591" v="84" actId="20577"/>
          <ac:spMkLst>
            <pc:docMk/>
            <pc:sldMk cId="1500197544" sldId="259"/>
            <ac:spMk id="6" creationId="{7EC483B5-434E-6E3D-48E3-361835B3AC88}"/>
          </ac:spMkLst>
        </pc:spChg>
        <pc:spChg chg="add mod">
          <ac:chgData name="Renato Mendes" userId="9b329537-c76f-450e-a444-34b952bd95bb" providerId="ADAL" clId="{F3308D3E-AE3F-4134-AB79-5F8D23A34698}" dt="2025-11-04T23:20:33.777" v="80" actId="20577"/>
          <ac:spMkLst>
            <pc:docMk/>
            <pc:sldMk cId="1500197544" sldId="259"/>
            <ac:spMk id="7" creationId="{54A9BFCE-B678-4397-112C-E9EB7A9A016E}"/>
          </ac:spMkLst>
        </pc:spChg>
        <pc:spChg chg="mod">
          <ac:chgData name="Renato Mendes" userId="9b329537-c76f-450e-a444-34b952bd95bb" providerId="ADAL" clId="{F3308D3E-AE3F-4134-AB79-5F8D23A34698}" dt="2025-11-04T23:22:19.714" v="127"/>
          <ac:spMkLst>
            <pc:docMk/>
            <pc:sldMk cId="1500197544" sldId="259"/>
            <ac:spMk id="8" creationId="{7EE34953-CEDA-E1FD-D1BA-8EDFA9C144FB}"/>
          </ac:spMkLst>
        </pc:spChg>
        <pc:spChg chg="add mod">
          <ac:chgData name="Renato Mendes" userId="9b329537-c76f-450e-a444-34b952bd95bb" providerId="ADAL" clId="{F3308D3E-AE3F-4134-AB79-5F8D23A34698}" dt="2025-11-04T23:20:36.654" v="82" actId="20577"/>
          <ac:spMkLst>
            <pc:docMk/>
            <pc:sldMk cId="1500197544" sldId="259"/>
            <ac:spMk id="9" creationId="{370ECB29-7C5F-5C78-7B89-C809C6753BC8}"/>
          </ac:spMkLst>
        </pc:spChg>
        <pc:spChg chg="mod">
          <ac:chgData name="Renato Mendes" userId="9b329537-c76f-450e-a444-34b952bd95bb" providerId="ADAL" clId="{F3308D3E-AE3F-4134-AB79-5F8D23A34698}" dt="2025-11-04T23:22:07.443" v="126" actId="1076"/>
          <ac:spMkLst>
            <pc:docMk/>
            <pc:sldMk cId="1500197544" sldId="259"/>
            <ac:spMk id="10" creationId="{936DCAD9-E37B-5341-A374-4F5745F4D2B0}"/>
          </ac:spMkLst>
        </pc:spChg>
        <pc:spChg chg="add mod">
          <ac:chgData name="Renato Mendes" userId="9b329537-c76f-450e-a444-34b952bd95bb" providerId="ADAL" clId="{F3308D3E-AE3F-4134-AB79-5F8D23A34698}" dt="2025-11-04T23:23:12.536" v="212" actId="1076"/>
          <ac:spMkLst>
            <pc:docMk/>
            <pc:sldMk cId="1500197544" sldId="259"/>
            <ac:spMk id="12" creationId="{9AEDDB73-1822-33A4-FDAF-73778E22D40C}"/>
          </ac:spMkLst>
        </pc:spChg>
        <pc:spChg chg="add mod">
          <ac:chgData name="Renato Mendes" userId="9b329537-c76f-450e-a444-34b952bd95bb" providerId="ADAL" clId="{F3308D3E-AE3F-4134-AB79-5F8D23A34698}" dt="2025-11-04T23:54:31.881" v="502" actId="1076"/>
          <ac:spMkLst>
            <pc:docMk/>
            <pc:sldMk cId="1500197544" sldId="259"/>
            <ac:spMk id="14" creationId="{078CCDBC-DFCB-F598-1C39-769297B1E711}"/>
          </ac:spMkLst>
        </pc:spChg>
        <pc:spChg chg="add mod">
          <ac:chgData name="Renato Mendes" userId="9b329537-c76f-450e-a444-34b952bd95bb" providerId="ADAL" clId="{F3308D3E-AE3F-4134-AB79-5F8D23A34698}" dt="2025-11-04T23:54:29.282" v="501" actId="1076"/>
          <ac:spMkLst>
            <pc:docMk/>
            <pc:sldMk cId="1500197544" sldId="259"/>
            <ac:spMk id="15" creationId="{AFFA1A64-2BF0-6432-914B-94042DE8A71F}"/>
          </ac:spMkLst>
        </pc:spChg>
        <pc:picChg chg="add mod">
          <ac:chgData name="Renato Mendes" userId="9b329537-c76f-450e-a444-34b952bd95bb" providerId="ADAL" clId="{F3308D3E-AE3F-4134-AB79-5F8D23A34698}" dt="2025-11-04T23:19:56.786" v="66" actId="1076"/>
          <ac:picMkLst>
            <pc:docMk/>
            <pc:sldMk cId="1500197544" sldId="259"/>
            <ac:picMk id="2" creationId="{7C84D5BB-4BE7-0A3D-4EEA-E5F505122353}"/>
          </ac:picMkLst>
        </pc:picChg>
        <pc:picChg chg="del">
          <ac:chgData name="Renato Mendes" userId="9b329537-c76f-450e-a444-34b952bd95bb" providerId="ADAL" clId="{F3308D3E-AE3F-4134-AB79-5F8D23A34698}" dt="2025-11-04T23:19:47.950" v="63" actId="478"/>
          <ac:picMkLst>
            <pc:docMk/>
            <pc:sldMk cId="1500197544" sldId="259"/>
            <ac:picMk id="5" creationId="{3B49CCDE-FEC6-49BB-8177-C00BC44BA889}"/>
          </ac:picMkLst>
        </pc:picChg>
      </pc:sldChg>
      <pc:sldChg chg="addSp delSp modSp add mod">
        <pc:chgData name="Renato Mendes" userId="9b329537-c76f-450e-a444-34b952bd95bb" providerId="ADAL" clId="{F3308D3E-AE3F-4134-AB79-5F8D23A34698}" dt="2025-11-04T23:48:51.582" v="461" actId="115"/>
        <pc:sldMkLst>
          <pc:docMk/>
          <pc:sldMk cId="1741516026" sldId="260"/>
        </pc:sldMkLst>
        <pc:spChg chg="del">
          <ac:chgData name="Renato Mendes" userId="9b329537-c76f-450e-a444-34b952bd95bb" providerId="ADAL" clId="{F3308D3E-AE3F-4134-AB79-5F8D23A34698}" dt="2025-11-04T23:23:37.237" v="215" actId="478"/>
          <ac:spMkLst>
            <pc:docMk/>
            <pc:sldMk cId="1741516026" sldId="260"/>
            <ac:spMk id="4" creationId="{1033CD2D-62D1-820A-3370-47A1B1FA7386}"/>
          </ac:spMkLst>
        </pc:spChg>
        <pc:spChg chg="del">
          <ac:chgData name="Renato Mendes" userId="9b329537-c76f-450e-a444-34b952bd95bb" providerId="ADAL" clId="{F3308D3E-AE3F-4134-AB79-5F8D23A34698}" dt="2025-11-04T23:23:37.237" v="215" actId="478"/>
          <ac:spMkLst>
            <pc:docMk/>
            <pc:sldMk cId="1741516026" sldId="260"/>
            <ac:spMk id="6" creationId="{61C70673-D135-B0A7-FD6F-C5690955E064}"/>
          </ac:spMkLst>
        </pc:spChg>
        <pc:spChg chg="del">
          <ac:chgData name="Renato Mendes" userId="9b329537-c76f-450e-a444-34b952bd95bb" providerId="ADAL" clId="{F3308D3E-AE3F-4134-AB79-5F8D23A34698}" dt="2025-11-04T23:23:37.237" v="215" actId="478"/>
          <ac:spMkLst>
            <pc:docMk/>
            <pc:sldMk cId="1741516026" sldId="260"/>
            <ac:spMk id="7" creationId="{87DF1CE1-2BEB-E87B-9007-6B1F38499E10}"/>
          </ac:spMkLst>
        </pc:spChg>
        <pc:spChg chg="del">
          <ac:chgData name="Renato Mendes" userId="9b329537-c76f-450e-a444-34b952bd95bb" providerId="ADAL" clId="{F3308D3E-AE3F-4134-AB79-5F8D23A34698}" dt="2025-11-04T23:23:37.237" v="215" actId="478"/>
          <ac:spMkLst>
            <pc:docMk/>
            <pc:sldMk cId="1741516026" sldId="260"/>
            <ac:spMk id="9" creationId="{422B686C-6581-3C50-F92A-F21E343BD2B4}"/>
          </ac:spMkLst>
        </pc:spChg>
        <pc:spChg chg="mod">
          <ac:chgData name="Renato Mendes" userId="9b329537-c76f-450e-a444-34b952bd95bb" providerId="ADAL" clId="{F3308D3E-AE3F-4134-AB79-5F8D23A34698}" dt="2025-11-04T23:48:51.582" v="461" actId="115"/>
          <ac:spMkLst>
            <pc:docMk/>
            <pc:sldMk cId="1741516026" sldId="260"/>
            <ac:spMk id="10" creationId="{E6E3C8BB-259D-AEEC-F6BD-39CA92AD6790}"/>
          </ac:spMkLst>
        </pc:spChg>
        <pc:spChg chg="del">
          <ac:chgData name="Renato Mendes" userId="9b329537-c76f-450e-a444-34b952bd95bb" providerId="ADAL" clId="{F3308D3E-AE3F-4134-AB79-5F8D23A34698}" dt="2025-11-04T23:27:29.687" v="334" actId="478"/>
          <ac:spMkLst>
            <pc:docMk/>
            <pc:sldMk cId="1741516026" sldId="260"/>
            <ac:spMk id="12" creationId="{6D01225A-FA1C-A2CC-77CA-1A66EF1D7F2D}"/>
          </ac:spMkLst>
        </pc:spChg>
        <pc:spChg chg="add del mod">
          <ac:chgData name="Renato Mendes" userId="9b329537-c76f-450e-a444-34b952bd95bb" providerId="ADAL" clId="{F3308D3E-AE3F-4134-AB79-5F8D23A34698}" dt="2025-11-04T23:25:43.450" v="242" actId="478"/>
          <ac:spMkLst>
            <pc:docMk/>
            <pc:sldMk cId="1741516026" sldId="260"/>
            <ac:spMk id="21" creationId="{913A03A4-BE58-D02F-DF0C-E0DCE76ABB1D}"/>
          </ac:spMkLst>
        </pc:spChg>
        <pc:spChg chg="add del mod">
          <ac:chgData name="Renato Mendes" userId="9b329537-c76f-450e-a444-34b952bd95bb" providerId="ADAL" clId="{F3308D3E-AE3F-4134-AB79-5F8D23A34698}" dt="2025-11-04T23:25:42.333" v="241" actId="478"/>
          <ac:spMkLst>
            <pc:docMk/>
            <pc:sldMk cId="1741516026" sldId="260"/>
            <ac:spMk id="22" creationId="{32816682-94C9-8244-DBA4-D13F6DC85951}"/>
          </ac:spMkLst>
        </pc:spChg>
        <pc:spChg chg="add del mod">
          <ac:chgData name="Renato Mendes" userId="9b329537-c76f-450e-a444-34b952bd95bb" providerId="ADAL" clId="{F3308D3E-AE3F-4134-AB79-5F8D23A34698}" dt="2025-11-04T23:25:41.232" v="240" actId="478"/>
          <ac:spMkLst>
            <pc:docMk/>
            <pc:sldMk cId="1741516026" sldId="260"/>
            <ac:spMk id="23" creationId="{6805E3D3-7E11-C5CA-7B3E-EBF1AAF08A8E}"/>
          </ac:spMkLst>
        </pc:spChg>
        <pc:spChg chg="add mod">
          <ac:chgData name="Renato Mendes" userId="9b329537-c76f-450e-a444-34b952bd95bb" providerId="ADAL" clId="{F3308D3E-AE3F-4134-AB79-5F8D23A34698}" dt="2025-11-04T23:26:42.263" v="330"/>
          <ac:spMkLst>
            <pc:docMk/>
            <pc:sldMk cId="1741516026" sldId="260"/>
            <ac:spMk id="25" creationId="{8A2C28D3-8E24-7451-2452-1CD75FDAE45F}"/>
          </ac:spMkLst>
        </pc:spChg>
        <pc:spChg chg="add mod">
          <ac:chgData name="Renato Mendes" userId="9b329537-c76f-450e-a444-34b952bd95bb" providerId="ADAL" clId="{F3308D3E-AE3F-4134-AB79-5F8D23A34698}" dt="2025-11-04T23:26:47.377" v="332" actId="1076"/>
          <ac:spMkLst>
            <pc:docMk/>
            <pc:sldMk cId="1741516026" sldId="260"/>
            <ac:spMk id="26" creationId="{F53BE8BF-1889-5F8D-EE4D-2F9F7442519D}"/>
          </ac:spMkLst>
        </pc:spChg>
        <pc:grpChg chg="add mod">
          <ac:chgData name="Renato Mendes" userId="9b329537-c76f-450e-a444-34b952bd95bb" providerId="ADAL" clId="{F3308D3E-AE3F-4134-AB79-5F8D23A34698}" dt="2025-11-04T23:24:52.704" v="231" actId="1076"/>
          <ac:grpSpMkLst>
            <pc:docMk/>
            <pc:sldMk cId="1741516026" sldId="260"/>
            <ac:grpSpMk id="11" creationId="{EEAC17E3-BA94-EEEF-28E5-8F0EF1BD6097}"/>
          </ac:grpSpMkLst>
        </pc:grpChg>
        <pc:picChg chg="del">
          <ac:chgData name="Renato Mendes" userId="9b329537-c76f-450e-a444-34b952bd95bb" providerId="ADAL" clId="{F3308D3E-AE3F-4134-AB79-5F8D23A34698}" dt="2025-11-04T23:23:35.278" v="214" actId="478"/>
          <ac:picMkLst>
            <pc:docMk/>
            <pc:sldMk cId="1741516026" sldId="260"/>
            <ac:picMk id="2" creationId="{E36DE386-E922-9BC7-7783-0E9A5C4AC312}"/>
          </ac:picMkLst>
        </pc:picChg>
        <pc:picChg chg="add del mod">
          <ac:chgData name="Renato Mendes" userId="9b329537-c76f-450e-a444-34b952bd95bb" providerId="ADAL" clId="{F3308D3E-AE3F-4134-AB79-5F8D23A34698}" dt="2025-11-04T23:24:24.901" v="221" actId="478"/>
          <ac:picMkLst>
            <pc:docMk/>
            <pc:sldMk cId="1741516026" sldId="260"/>
            <ac:picMk id="5" creationId="{27844924-8DC5-A474-CFC4-5F0690436BE8}"/>
          </ac:picMkLst>
        </pc:picChg>
        <pc:picChg chg="mod">
          <ac:chgData name="Renato Mendes" userId="9b329537-c76f-450e-a444-34b952bd95bb" providerId="ADAL" clId="{F3308D3E-AE3F-4134-AB79-5F8D23A34698}" dt="2025-11-04T23:24:25.210" v="222"/>
          <ac:picMkLst>
            <pc:docMk/>
            <pc:sldMk cId="1741516026" sldId="260"/>
            <ac:picMk id="13" creationId="{E436FE0E-5ED3-70D0-6C25-E0FE0C7ADF8E}"/>
          </ac:picMkLst>
        </pc:picChg>
        <pc:picChg chg="mod">
          <ac:chgData name="Renato Mendes" userId="9b329537-c76f-450e-a444-34b952bd95bb" providerId="ADAL" clId="{F3308D3E-AE3F-4134-AB79-5F8D23A34698}" dt="2025-11-04T23:24:25.210" v="222"/>
          <ac:picMkLst>
            <pc:docMk/>
            <pc:sldMk cId="1741516026" sldId="260"/>
            <ac:picMk id="14" creationId="{9095C13A-3175-9950-C6C5-CC39B773D52F}"/>
          </ac:picMkLst>
        </pc:picChg>
        <pc:picChg chg="mod">
          <ac:chgData name="Renato Mendes" userId="9b329537-c76f-450e-a444-34b952bd95bb" providerId="ADAL" clId="{F3308D3E-AE3F-4134-AB79-5F8D23A34698}" dt="2025-11-04T23:24:25.210" v="222"/>
          <ac:picMkLst>
            <pc:docMk/>
            <pc:sldMk cId="1741516026" sldId="260"/>
            <ac:picMk id="15" creationId="{985AD060-9F21-6115-09F4-173758CBB790}"/>
          </ac:picMkLst>
        </pc:picChg>
        <pc:picChg chg="mod">
          <ac:chgData name="Renato Mendes" userId="9b329537-c76f-450e-a444-34b952bd95bb" providerId="ADAL" clId="{F3308D3E-AE3F-4134-AB79-5F8D23A34698}" dt="2025-11-04T23:24:25.210" v="222"/>
          <ac:picMkLst>
            <pc:docMk/>
            <pc:sldMk cId="1741516026" sldId="260"/>
            <ac:picMk id="16" creationId="{B3A63458-3D2A-0328-672D-E9ED494EA525}"/>
          </ac:picMkLst>
        </pc:picChg>
        <pc:picChg chg="mod">
          <ac:chgData name="Renato Mendes" userId="9b329537-c76f-450e-a444-34b952bd95bb" providerId="ADAL" clId="{F3308D3E-AE3F-4134-AB79-5F8D23A34698}" dt="2025-11-04T23:24:25.210" v="222"/>
          <ac:picMkLst>
            <pc:docMk/>
            <pc:sldMk cId="1741516026" sldId="260"/>
            <ac:picMk id="17" creationId="{079C7255-A69D-4E05-56A9-F31DF99F2BFD}"/>
          </ac:picMkLst>
        </pc:picChg>
        <pc:picChg chg="mod">
          <ac:chgData name="Renato Mendes" userId="9b329537-c76f-450e-a444-34b952bd95bb" providerId="ADAL" clId="{F3308D3E-AE3F-4134-AB79-5F8D23A34698}" dt="2025-11-04T23:24:25.210" v="222"/>
          <ac:picMkLst>
            <pc:docMk/>
            <pc:sldMk cId="1741516026" sldId="260"/>
            <ac:picMk id="18" creationId="{938E14C9-6CE5-E17D-B758-ABDC24B20C86}"/>
          </ac:picMkLst>
        </pc:picChg>
        <pc:cxnChg chg="add del">
          <ac:chgData name="Renato Mendes" userId="9b329537-c76f-450e-a444-34b952bd95bb" providerId="ADAL" clId="{F3308D3E-AE3F-4134-AB79-5F8D23A34698}" dt="2025-11-04T23:25:12.336" v="233" actId="478"/>
          <ac:cxnSpMkLst>
            <pc:docMk/>
            <pc:sldMk cId="1741516026" sldId="260"/>
            <ac:cxnSpMk id="20" creationId="{51B5BC7F-C016-4262-B29B-E59FF238C828}"/>
          </ac:cxnSpMkLst>
        </pc:cxnChg>
      </pc:sldChg>
      <pc:sldChg chg="addSp delSp modSp add mod">
        <pc:chgData name="Renato Mendes" userId="9b329537-c76f-450e-a444-34b952bd95bb" providerId="ADAL" clId="{F3308D3E-AE3F-4134-AB79-5F8D23A34698}" dt="2025-11-04T23:51:05.175" v="485" actId="1076"/>
        <pc:sldMkLst>
          <pc:docMk/>
          <pc:sldMk cId="1650160733" sldId="261"/>
        </pc:sldMkLst>
        <pc:spChg chg="add mod">
          <ac:chgData name="Renato Mendes" userId="9b329537-c76f-450e-a444-34b952bd95bb" providerId="ADAL" clId="{F3308D3E-AE3F-4134-AB79-5F8D23A34698}" dt="2025-11-04T23:41:49.016" v="367" actId="1076"/>
          <ac:spMkLst>
            <pc:docMk/>
            <pc:sldMk cId="1650160733" sldId="261"/>
            <ac:spMk id="4" creationId="{C26A470E-7839-7059-1E86-2C7EE4F2C807}"/>
          </ac:spMkLst>
        </pc:spChg>
        <pc:spChg chg="mod">
          <ac:chgData name="Renato Mendes" userId="9b329537-c76f-450e-a444-34b952bd95bb" providerId="ADAL" clId="{F3308D3E-AE3F-4134-AB79-5F8D23A34698}" dt="2025-11-04T23:41:30.323" v="361"/>
          <ac:spMkLst>
            <pc:docMk/>
            <pc:sldMk cId="1650160733" sldId="261"/>
            <ac:spMk id="8" creationId="{6AB02003-A48F-18C4-074D-CA257C8971C5}"/>
          </ac:spMkLst>
        </pc:spChg>
        <pc:spChg chg="mod">
          <ac:chgData name="Renato Mendes" userId="9b329537-c76f-450e-a444-34b952bd95bb" providerId="ADAL" clId="{F3308D3E-AE3F-4134-AB79-5F8D23A34698}" dt="2025-11-04T23:50:12.326" v="482" actId="20577"/>
          <ac:spMkLst>
            <pc:docMk/>
            <pc:sldMk cId="1650160733" sldId="261"/>
            <ac:spMk id="10" creationId="{FF387DE6-A7FB-C2D8-5FF3-00864B3ECA5B}"/>
          </ac:spMkLst>
        </pc:spChg>
        <pc:spChg chg="del">
          <ac:chgData name="Renato Mendes" userId="9b329537-c76f-450e-a444-34b952bd95bb" providerId="ADAL" clId="{F3308D3E-AE3F-4134-AB79-5F8D23A34698}" dt="2025-11-04T23:30:16.253" v="349" actId="478"/>
          <ac:spMkLst>
            <pc:docMk/>
            <pc:sldMk cId="1650160733" sldId="261"/>
            <ac:spMk id="25" creationId="{B1BC4DD1-49A0-6AEA-6B1F-5B7F453769B0}"/>
          </ac:spMkLst>
        </pc:spChg>
        <pc:spChg chg="del">
          <ac:chgData name="Renato Mendes" userId="9b329537-c76f-450e-a444-34b952bd95bb" providerId="ADAL" clId="{F3308D3E-AE3F-4134-AB79-5F8D23A34698}" dt="2025-11-04T23:30:17.417" v="350" actId="478"/>
          <ac:spMkLst>
            <pc:docMk/>
            <pc:sldMk cId="1650160733" sldId="261"/>
            <ac:spMk id="26" creationId="{93658239-44C8-2072-FF28-A93F220DA7F8}"/>
          </ac:spMkLst>
        </pc:spChg>
        <pc:grpChg chg="del">
          <ac:chgData name="Renato Mendes" userId="9b329537-c76f-450e-a444-34b952bd95bb" providerId="ADAL" clId="{F3308D3E-AE3F-4134-AB79-5F8D23A34698}" dt="2025-11-04T23:30:12.913" v="348" actId="478"/>
          <ac:grpSpMkLst>
            <pc:docMk/>
            <pc:sldMk cId="1650160733" sldId="261"/>
            <ac:grpSpMk id="11" creationId="{9EE3543B-7DD4-2FC3-AF61-68A212D70B74}"/>
          </ac:grpSpMkLst>
        </pc:grpChg>
        <pc:picChg chg="add mod ord">
          <ac:chgData name="Renato Mendes" userId="9b329537-c76f-450e-a444-34b952bd95bb" providerId="ADAL" clId="{F3308D3E-AE3F-4134-AB79-5F8D23A34698}" dt="2025-11-04T23:51:05.175" v="485" actId="1076"/>
          <ac:picMkLst>
            <pc:docMk/>
            <pc:sldMk cId="1650160733" sldId="261"/>
            <ac:picMk id="2" creationId="{A077D5E6-852B-C4A1-D646-20A446A7B891}"/>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46EAB1-EC23-E193-4D79-46ED41BB8C2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2BB5D7D9-540E-DEED-A738-18A5DFBF8EB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ACD947D-BDBD-9173-73E7-5DDAE7D8F4F8}"/>
              </a:ext>
            </a:extLst>
          </p:cNvPr>
          <p:cNvSpPr>
            <a:spLocks noGrp="1"/>
          </p:cNvSpPr>
          <p:nvPr>
            <p:ph type="dt" sz="half" idx="10"/>
          </p:nvPr>
        </p:nvSpPr>
        <p:spPr/>
        <p:txBody>
          <a:bodyPr/>
          <a:lstStyle/>
          <a:p>
            <a:fld id="{5A24CC40-32C0-4FA7-A5CA-45D1A24F69C3}" type="datetimeFigureOut">
              <a:rPr lang="en-GB" smtClean="0"/>
              <a:t>04/11/2025</a:t>
            </a:fld>
            <a:endParaRPr lang="en-GB"/>
          </a:p>
        </p:txBody>
      </p:sp>
      <p:sp>
        <p:nvSpPr>
          <p:cNvPr id="5" name="Footer Placeholder 4">
            <a:extLst>
              <a:ext uri="{FF2B5EF4-FFF2-40B4-BE49-F238E27FC236}">
                <a16:creationId xmlns:a16="http://schemas.microsoft.com/office/drawing/2014/main" id="{5ABC1B86-3AFB-690A-22E7-0361267A666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6A3A4F1-DB66-E7A7-BB96-659DE2289470}"/>
              </a:ext>
            </a:extLst>
          </p:cNvPr>
          <p:cNvSpPr>
            <a:spLocks noGrp="1"/>
          </p:cNvSpPr>
          <p:nvPr>
            <p:ph type="sldNum" sz="quarter" idx="12"/>
          </p:nvPr>
        </p:nvSpPr>
        <p:spPr/>
        <p:txBody>
          <a:bodyPr/>
          <a:lstStyle/>
          <a:p>
            <a:fld id="{EA8F2DA1-71F0-4BB6-9FCE-6B0340F7BBBC}" type="slidenum">
              <a:rPr lang="en-GB" smtClean="0"/>
              <a:t>‹#›</a:t>
            </a:fld>
            <a:endParaRPr lang="en-GB"/>
          </a:p>
        </p:txBody>
      </p:sp>
    </p:spTree>
    <p:extLst>
      <p:ext uri="{BB962C8B-B14F-4D97-AF65-F5344CB8AC3E}">
        <p14:creationId xmlns:p14="http://schemas.microsoft.com/office/powerpoint/2010/main" val="25226929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FD73EC-09F9-DA2A-5CDE-69EAB80E3305}"/>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51B7F3BB-6325-B0CA-9500-62756A5B7C7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07E6102D-4915-908B-545E-64E54DB84530}"/>
              </a:ext>
            </a:extLst>
          </p:cNvPr>
          <p:cNvSpPr>
            <a:spLocks noGrp="1"/>
          </p:cNvSpPr>
          <p:nvPr>
            <p:ph type="dt" sz="half" idx="10"/>
          </p:nvPr>
        </p:nvSpPr>
        <p:spPr/>
        <p:txBody>
          <a:bodyPr/>
          <a:lstStyle/>
          <a:p>
            <a:fld id="{5A24CC40-32C0-4FA7-A5CA-45D1A24F69C3}" type="datetimeFigureOut">
              <a:rPr lang="en-GB" smtClean="0"/>
              <a:t>04/11/2025</a:t>
            </a:fld>
            <a:endParaRPr lang="en-GB"/>
          </a:p>
        </p:txBody>
      </p:sp>
      <p:sp>
        <p:nvSpPr>
          <p:cNvPr id="5" name="Footer Placeholder 4">
            <a:extLst>
              <a:ext uri="{FF2B5EF4-FFF2-40B4-BE49-F238E27FC236}">
                <a16:creationId xmlns:a16="http://schemas.microsoft.com/office/drawing/2014/main" id="{7A2885E1-E61D-E930-05E5-85496E7E896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E78BF908-AB4B-9DD1-C4ED-3C5FDFA2D7FE}"/>
              </a:ext>
            </a:extLst>
          </p:cNvPr>
          <p:cNvSpPr>
            <a:spLocks noGrp="1"/>
          </p:cNvSpPr>
          <p:nvPr>
            <p:ph type="sldNum" sz="quarter" idx="12"/>
          </p:nvPr>
        </p:nvSpPr>
        <p:spPr/>
        <p:txBody>
          <a:bodyPr/>
          <a:lstStyle/>
          <a:p>
            <a:fld id="{EA8F2DA1-71F0-4BB6-9FCE-6B0340F7BBBC}" type="slidenum">
              <a:rPr lang="en-GB" smtClean="0"/>
              <a:t>‹#›</a:t>
            </a:fld>
            <a:endParaRPr lang="en-GB"/>
          </a:p>
        </p:txBody>
      </p:sp>
    </p:spTree>
    <p:extLst>
      <p:ext uri="{BB962C8B-B14F-4D97-AF65-F5344CB8AC3E}">
        <p14:creationId xmlns:p14="http://schemas.microsoft.com/office/powerpoint/2010/main" val="42086028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7EB69-7C19-728A-2A8D-FD57823CD3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111B6E3-A143-A786-6914-69A9335A206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425B50-7017-39B1-6E19-8655653C7DEC}"/>
              </a:ext>
            </a:extLst>
          </p:cNvPr>
          <p:cNvSpPr>
            <a:spLocks noGrp="1"/>
          </p:cNvSpPr>
          <p:nvPr>
            <p:ph type="dt" sz="half" idx="10"/>
          </p:nvPr>
        </p:nvSpPr>
        <p:spPr/>
        <p:txBody>
          <a:bodyPr/>
          <a:lstStyle/>
          <a:p>
            <a:fld id="{5A24CC40-32C0-4FA7-A5CA-45D1A24F69C3}" type="datetimeFigureOut">
              <a:rPr lang="en-GB" smtClean="0"/>
              <a:t>04/11/2025</a:t>
            </a:fld>
            <a:endParaRPr lang="en-GB"/>
          </a:p>
        </p:txBody>
      </p:sp>
      <p:sp>
        <p:nvSpPr>
          <p:cNvPr id="5" name="Footer Placeholder 4">
            <a:extLst>
              <a:ext uri="{FF2B5EF4-FFF2-40B4-BE49-F238E27FC236}">
                <a16:creationId xmlns:a16="http://schemas.microsoft.com/office/drawing/2014/main" id="{A941D518-8B93-851A-8CDF-5BE4A113539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A5B1AB8-936E-A077-2897-02AE5C3F7A60}"/>
              </a:ext>
            </a:extLst>
          </p:cNvPr>
          <p:cNvSpPr>
            <a:spLocks noGrp="1"/>
          </p:cNvSpPr>
          <p:nvPr>
            <p:ph type="sldNum" sz="quarter" idx="12"/>
          </p:nvPr>
        </p:nvSpPr>
        <p:spPr/>
        <p:txBody>
          <a:bodyPr/>
          <a:lstStyle/>
          <a:p>
            <a:fld id="{EA8F2DA1-71F0-4BB6-9FCE-6B0340F7BBBC}" type="slidenum">
              <a:rPr lang="en-GB" smtClean="0"/>
              <a:t>‹#›</a:t>
            </a:fld>
            <a:endParaRPr lang="en-GB"/>
          </a:p>
        </p:txBody>
      </p:sp>
    </p:spTree>
    <p:extLst>
      <p:ext uri="{BB962C8B-B14F-4D97-AF65-F5344CB8AC3E}">
        <p14:creationId xmlns:p14="http://schemas.microsoft.com/office/powerpoint/2010/main" val="1485732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2183B-8E1C-0EFF-D71C-536A68F0B4F8}"/>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42AB2408-2E4E-009B-D75E-A7FEB4F8D5D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E9988102-816C-687A-CFB2-E8BC4DFCC9B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A1EF31A6-13D7-79B2-183A-2C497EB120F5}"/>
              </a:ext>
            </a:extLst>
          </p:cNvPr>
          <p:cNvSpPr>
            <a:spLocks noGrp="1"/>
          </p:cNvSpPr>
          <p:nvPr>
            <p:ph type="dt" sz="half" idx="10"/>
          </p:nvPr>
        </p:nvSpPr>
        <p:spPr/>
        <p:txBody>
          <a:bodyPr/>
          <a:lstStyle/>
          <a:p>
            <a:fld id="{5A24CC40-32C0-4FA7-A5CA-45D1A24F69C3}" type="datetimeFigureOut">
              <a:rPr lang="en-GB" smtClean="0"/>
              <a:t>04/11/2025</a:t>
            </a:fld>
            <a:endParaRPr lang="en-GB"/>
          </a:p>
        </p:txBody>
      </p:sp>
      <p:sp>
        <p:nvSpPr>
          <p:cNvPr id="6" name="Footer Placeholder 5">
            <a:extLst>
              <a:ext uri="{FF2B5EF4-FFF2-40B4-BE49-F238E27FC236}">
                <a16:creationId xmlns:a16="http://schemas.microsoft.com/office/drawing/2014/main" id="{68A59C28-860C-6498-E753-DF153C467AC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6BCF5F9-B751-1152-B001-114896900381}"/>
              </a:ext>
            </a:extLst>
          </p:cNvPr>
          <p:cNvSpPr>
            <a:spLocks noGrp="1"/>
          </p:cNvSpPr>
          <p:nvPr>
            <p:ph type="sldNum" sz="quarter" idx="12"/>
          </p:nvPr>
        </p:nvSpPr>
        <p:spPr/>
        <p:txBody>
          <a:bodyPr/>
          <a:lstStyle/>
          <a:p>
            <a:fld id="{EA8F2DA1-71F0-4BB6-9FCE-6B0340F7BBBC}" type="slidenum">
              <a:rPr lang="en-GB" smtClean="0"/>
              <a:t>‹#›</a:t>
            </a:fld>
            <a:endParaRPr lang="en-GB"/>
          </a:p>
        </p:txBody>
      </p:sp>
    </p:spTree>
    <p:extLst>
      <p:ext uri="{BB962C8B-B14F-4D97-AF65-F5344CB8AC3E}">
        <p14:creationId xmlns:p14="http://schemas.microsoft.com/office/powerpoint/2010/main" val="1808895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BA814-AA5A-9B57-4582-FD378104EF57}"/>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7C85356D-BB33-54E3-D94A-748080C327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C974328-65FE-41FF-E3B1-F7D63EC2DE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5D67761B-561D-AE8D-235D-3E87CD4BBA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8EA4DC-27A4-3830-1EFC-8C437FDDB31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1919BE6A-CAA2-A601-DCE3-FBAD60C830B1}"/>
              </a:ext>
            </a:extLst>
          </p:cNvPr>
          <p:cNvSpPr>
            <a:spLocks noGrp="1"/>
          </p:cNvSpPr>
          <p:nvPr>
            <p:ph type="dt" sz="half" idx="10"/>
          </p:nvPr>
        </p:nvSpPr>
        <p:spPr/>
        <p:txBody>
          <a:bodyPr/>
          <a:lstStyle/>
          <a:p>
            <a:fld id="{5A24CC40-32C0-4FA7-A5CA-45D1A24F69C3}" type="datetimeFigureOut">
              <a:rPr lang="en-GB" smtClean="0"/>
              <a:t>04/11/2025</a:t>
            </a:fld>
            <a:endParaRPr lang="en-GB"/>
          </a:p>
        </p:txBody>
      </p:sp>
      <p:sp>
        <p:nvSpPr>
          <p:cNvPr id="8" name="Footer Placeholder 7">
            <a:extLst>
              <a:ext uri="{FF2B5EF4-FFF2-40B4-BE49-F238E27FC236}">
                <a16:creationId xmlns:a16="http://schemas.microsoft.com/office/drawing/2014/main" id="{6DFB32E4-B0DE-544F-1FE7-C2CE330D29F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796AFB7C-028B-3449-8D66-DD21B1C9E4CA}"/>
              </a:ext>
            </a:extLst>
          </p:cNvPr>
          <p:cNvSpPr>
            <a:spLocks noGrp="1"/>
          </p:cNvSpPr>
          <p:nvPr>
            <p:ph type="sldNum" sz="quarter" idx="12"/>
          </p:nvPr>
        </p:nvSpPr>
        <p:spPr/>
        <p:txBody>
          <a:bodyPr/>
          <a:lstStyle/>
          <a:p>
            <a:fld id="{EA8F2DA1-71F0-4BB6-9FCE-6B0340F7BBBC}" type="slidenum">
              <a:rPr lang="en-GB" smtClean="0"/>
              <a:t>‹#›</a:t>
            </a:fld>
            <a:endParaRPr lang="en-GB"/>
          </a:p>
        </p:txBody>
      </p:sp>
    </p:spTree>
    <p:extLst>
      <p:ext uri="{BB962C8B-B14F-4D97-AF65-F5344CB8AC3E}">
        <p14:creationId xmlns:p14="http://schemas.microsoft.com/office/powerpoint/2010/main" val="3641286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4F8CA-7AF1-AE68-4C03-EBDA4094BEC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9AA3DEF3-D1FD-32A7-B387-AEE65BE769B0}"/>
              </a:ext>
            </a:extLst>
          </p:cNvPr>
          <p:cNvSpPr>
            <a:spLocks noGrp="1"/>
          </p:cNvSpPr>
          <p:nvPr>
            <p:ph type="dt" sz="half" idx="10"/>
          </p:nvPr>
        </p:nvSpPr>
        <p:spPr/>
        <p:txBody>
          <a:bodyPr/>
          <a:lstStyle/>
          <a:p>
            <a:fld id="{5A24CC40-32C0-4FA7-A5CA-45D1A24F69C3}" type="datetimeFigureOut">
              <a:rPr lang="en-GB" smtClean="0"/>
              <a:t>04/11/2025</a:t>
            </a:fld>
            <a:endParaRPr lang="en-GB"/>
          </a:p>
        </p:txBody>
      </p:sp>
      <p:sp>
        <p:nvSpPr>
          <p:cNvPr id="4" name="Footer Placeholder 3">
            <a:extLst>
              <a:ext uri="{FF2B5EF4-FFF2-40B4-BE49-F238E27FC236}">
                <a16:creationId xmlns:a16="http://schemas.microsoft.com/office/drawing/2014/main" id="{06994438-B22C-A96D-6793-8B77018EA1EA}"/>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479060F6-767F-B010-E523-32362E67D190}"/>
              </a:ext>
            </a:extLst>
          </p:cNvPr>
          <p:cNvSpPr>
            <a:spLocks noGrp="1"/>
          </p:cNvSpPr>
          <p:nvPr>
            <p:ph type="sldNum" sz="quarter" idx="12"/>
          </p:nvPr>
        </p:nvSpPr>
        <p:spPr/>
        <p:txBody>
          <a:bodyPr/>
          <a:lstStyle/>
          <a:p>
            <a:fld id="{EA8F2DA1-71F0-4BB6-9FCE-6B0340F7BBBC}" type="slidenum">
              <a:rPr lang="en-GB" smtClean="0"/>
              <a:t>‹#›</a:t>
            </a:fld>
            <a:endParaRPr lang="en-GB"/>
          </a:p>
        </p:txBody>
      </p:sp>
    </p:spTree>
    <p:extLst>
      <p:ext uri="{BB962C8B-B14F-4D97-AF65-F5344CB8AC3E}">
        <p14:creationId xmlns:p14="http://schemas.microsoft.com/office/powerpoint/2010/main" val="32806372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C3CFA6-98F5-0918-2E42-E0D9FCFE91AA}"/>
              </a:ext>
            </a:extLst>
          </p:cNvPr>
          <p:cNvSpPr>
            <a:spLocks noGrp="1"/>
          </p:cNvSpPr>
          <p:nvPr>
            <p:ph type="dt" sz="half" idx="10"/>
          </p:nvPr>
        </p:nvSpPr>
        <p:spPr/>
        <p:txBody>
          <a:bodyPr/>
          <a:lstStyle/>
          <a:p>
            <a:fld id="{5A24CC40-32C0-4FA7-A5CA-45D1A24F69C3}" type="datetimeFigureOut">
              <a:rPr lang="en-GB" smtClean="0"/>
              <a:t>04/11/2025</a:t>
            </a:fld>
            <a:endParaRPr lang="en-GB"/>
          </a:p>
        </p:txBody>
      </p:sp>
      <p:sp>
        <p:nvSpPr>
          <p:cNvPr id="3" name="Footer Placeholder 2">
            <a:extLst>
              <a:ext uri="{FF2B5EF4-FFF2-40B4-BE49-F238E27FC236}">
                <a16:creationId xmlns:a16="http://schemas.microsoft.com/office/drawing/2014/main" id="{4FCE1632-FFF0-B65A-F51E-1EF8B0E44527}"/>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4DC0DE55-1755-E62C-CC5F-E1242DCAB247}"/>
              </a:ext>
            </a:extLst>
          </p:cNvPr>
          <p:cNvSpPr>
            <a:spLocks noGrp="1"/>
          </p:cNvSpPr>
          <p:nvPr>
            <p:ph type="sldNum" sz="quarter" idx="12"/>
          </p:nvPr>
        </p:nvSpPr>
        <p:spPr/>
        <p:txBody>
          <a:bodyPr/>
          <a:lstStyle/>
          <a:p>
            <a:fld id="{EA8F2DA1-71F0-4BB6-9FCE-6B0340F7BBBC}" type="slidenum">
              <a:rPr lang="en-GB" smtClean="0"/>
              <a:t>‹#›</a:t>
            </a:fld>
            <a:endParaRPr lang="en-GB"/>
          </a:p>
        </p:txBody>
      </p:sp>
    </p:spTree>
    <p:extLst>
      <p:ext uri="{BB962C8B-B14F-4D97-AF65-F5344CB8AC3E}">
        <p14:creationId xmlns:p14="http://schemas.microsoft.com/office/powerpoint/2010/main" val="24256977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758BC-DC3E-46F1-7922-E9BD4FB0253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0F115F81-C801-F8E2-D074-D96F8E79A80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BE9B6636-93F6-1F66-A321-57B05BBF38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11A37E-F5DA-8405-D2ED-7FA6E078CBB0}"/>
              </a:ext>
            </a:extLst>
          </p:cNvPr>
          <p:cNvSpPr>
            <a:spLocks noGrp="1"/>
          </p:cNvSpPr>
          <p:nvPr>
            <p:ph type="dt" sz="half" idx="10"/>
          </p:nvPr>
        </p:nvSpPr>
        <p:spPr/>
        <p:txBody>
          <a:bodyPr/>
          <a:lstStyle/>
          <a:p>
            <a:fld id="{5A24CC40-32C0-4FA7-A5CA-45D1A24F69C3}" type="datetimeFigureOut">
              <a:rPr lang="en-GB" smtClean="0"/>
              <a:t>04/11/2025</a:t>
            </a:fld>
            <a:endParaRPr lang="en-GB"/>
          </a:p>
        </p:txBody>
      </p:sp>
      <p:sp>
        <p:nvSpPr>
          <p:cNvPr id="6" name="Footer Placeholder 5">
            <a:extLst>
              <a:ext uri="{FF2B5EF4-FFF2-40B4-BE49-F238E27FC236}">
                <a16:creationId xmlns:a16="http://schemas.microsoft.com/office/drawing/2014/main" id="{A80275F0-2ADC-CE0E-A5E2-3F088758636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4C82385-274B-5772-215B-C32C780898F0}"/>
              </a:ext>
            </a:extLst>
          </p:cNvPr>
          <p:cNvSpPr>
            <a:spLocks noGrp="1"/>
          </p:cNvSpPr>
          <p:nvPr>
            <p:ph type="sldNum" sz="quarter" idx="12"/>
          </p:nvPr>
        </p:nvSpPr>
        <p:spPr/>
        <p:txBody>
          <a:bodyPr/>
          <a:lstStyle/>
          <a:p>
            <a:fld id="{EA8F2DA1-71F0-4BB6-9FCE-6B0340F7BBBC}" type="slidenum">
              <a:rPr lang="en-GB" smtClean="0"/>
              <a:t>‹#›</a:t>
            </a:fld>
            <a:endParaRPr lang="en-GB"/>
          </a:p>
        </p:txBody>
      </p:sp>
    </p:spTree>
    <p:extLst>
      <p:ext uri="{BB962C8B-B14F-4D97-AF65-F5344CB8AC3E}">
        <p14:creationId xmlns:p14="http://schemas.microsoft.com/office/powerpoint/2010/main" val="1591182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DEF6C-5435-CECA-D06B-88B478C0ED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D2255A66-F0EC-F65F-6E31-46B32411AB5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4E9C1C9-D3B6-9BF2-9D97-E0772097D9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2A84594-53D4-7B47-2631-7E7E89EB8157}"/>
              </a:ext>
            </a:extLst>
          </p:cNvPr>
          <p:cNvSpPr>
            <a:spLocks noGrp="1"/>
          </p:cNvSpPr>
          <p:nvPr>
            <p:ph type="dt" sz="half" idx="10"/>
          </p:nvPr>
        </p:nvSpPr>
        <p:spPr/>
        <p:txBody>
          <a:bodyPr/>
          <a:lstStyle/>
          <a:p>
            <a:fld id="{5A24CC40-32C0-4FA7-A5CA-45D1A24F69C3}" type="datetimeFigureOut">
              <a:rPr lang="en-GB" smtClean="0"/>
              <a:t>04/11/2025</a:t>
            </a:fld>
            <a:endParaRPr lang="en-GB"/>
          </a:p>
        </p:txBody>
      </p:sp>
      <p:sp>
        <p:nvSpPr>
          <p:cNvPr id="6" name="Footer Placeholder 5">
            <a:extLst>
              <a:ext uri="{FF2B5EF4-FFF2-40B4-BE49-F238E27FC236}">
                <a16:creationId xmlns:a16="http://schemas.microsoft.com/office/drawing/2014/main" id="{E3F2A35E-706C-C22F-CDD7-3C7FAB3EBE77}"/>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38ADFDA7-F805-26ED-42F0-2142D8535335}"/>
              </a:ext>
            </a:extLst>
          </p:cNvPr>
          <p:cNvSpPr>
            <a:spLocks noGrp="1"/>
          </p:cNvSpPr>
          <p:nvPr>
            <p:ph type="sldNum" sz="quarter" idx="12"/>
          </p:nvPr>
        </p:nvSpPr>
        <p:spPr/>
        <p:txBody>
          <a:bodyPr/>
          <a:lstStyle/>
          <a:p>
            <a:fld id="{EA8F2DA1-71F0-4BB6-9FCE-6B0340F7BBBC}" type="slidenum">
              <a:rPr lang="en-GB" smtClean="0"/>
              <a:t>‹#›</a:t>
            </a:fld>
            <a:endParaRPr lang="en-GB"/>
          </a:p>
        </p:txBody>
      </p:sp>
    </p:spTree>
    <p:extLst>
      <p:ext uri="{BB962C8B-B14F-4D97-AF65-F5344CB8AC3E}">
        <p14:creationId xmlns:p14="http://schemas.microsoft.com/office/powerpoint/2010/main" val="18503295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9665A6-3747-50C2-C7F6-78356675144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D9E8AEC5-EFAC-0ABA-27BB-73BE42AD73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45EC2FD3-8628-B0F6-4CD3-F554F6848E31}"/>
              </a:ext>
            </a:extLst>
          </p:cNvPr>
          <p:cNvSpPr>
            <a:spLocks noGrp="1"/>
          </p:cNvSpPr>
          <p:nvPr>
            <p:ph type="dt" sz="half" idx="10"/>
          </p:nvPr>
        </p:nvSpPr>
        <p:spPr/>
        <p:txBody>
          <a:bodyPr/>
          <a:lstStyle/>
          <a:p>
            <a:fld id="{5A24CC40-32C0-4FA7-A5CA-45D1A24F69C3}" type="datetimeFigureOut">
              <a:rPr lang="en-GB" smtClean="0"/>
              <a:t>04/11/2025</a:t>
            </a:fld>
            <a:endParaRPr lang="en-GB"/>
          </a:p>
        </p:txBody>
      </p:sp>
      <p:sp>
        <p:nvSpPr>
          <p:cNvPr id="5" name="Footer Placeholder 4">
            <a:extLst>
              <a:ext uri="{FF2B5EF4-FFF2-40B4-BE49-F238E27FC236}">
                <a16:creationId xmlns:a16="http://schemas.microsoft.com/office/drawing/2014/main" id="{430E96D0-DBD5-BAAC-9076-C73A4CC294F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DE53650-300F-A832-CE05-955FCB55E2FE}"/>
              </a:ext>
            </a:extLst>
          </p:cNvPr>
          <p:cNvSpPr>
            <a:spLocks noGrp="1"/>
          </p:cNvSpPr>
          <p:nvPr>
            <p:ph type="sldNum" sz="quarter" idx="12"/>
          </p:nvPr>
        </p:nvSpPr>
        <p:spPr/>
        <p:txBody>
          <a:bodyPr/>
          <a:lstStyle/>
          <a:p>
            <a:fld id="{EA8F2DA1-71F0-4BB6-9FCE-6B0340F7BBBC}" type="slidenum">
              <a:rPr lang="en-GB" smtClean="0"/>
              <a:t>‹#›</a:t>
            </a:fld>
            <a:endParaRPr lang="en-GB"/>
          </a:p>
        </p:txBody>
      </p:sp>
    </p:spTree>
    <p:extLst>
      <p:ext uri="{BB962C8B-B14F-4D97-AF65-F5344CB8AC3E}">
        <p14:creationId xmlns:p14="http://schemas.microsoft.com/office/powerpoint/2010/main" val="18000265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0B924F-A5D0-DD4F-E610-1AD54005180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95F71F96-4CCB-502B-FEBF-D20C1F33A6E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B53BAC90-232F-DBD0-16C3-4801015BF221}"/>
              </a:ext>
            </a:extLst>
          </p:cNvPr>
          <p:cNvSpPr>
            <a:spLocks noGrp="1"/>
          </p:cNvSpPr>
          <p:nvPr>
            <p:ph type="dt" sz="half" idx="10"/>
          </p:nvPr>
        </p:nvSpPr>
        <p:spPr/>
        <p:txBody>
          <a:bodyPr/>
          <a:lstStyle/>
          <a:p>
            <a:fld id="{5A24CC40-32C0-4FA7-A5CA-45D1A24F69C3}" type="datetimeFigureOut">
              <a:rPr lang="en-GB" smtClean="0"/>
              <a:t>04/11/2025</a:t>
            </a:fld>
            <a:endParaRPr lang="en-GB"/>
          </a:p>
        </p:txBody>
      </p:sp>
      <p:sp>
        <p:nvSpPr>
          <p:cNvPr id="5" name="Footer Placeholder 4">
            <a:extLst>
              <a:ext uri="{FF2B5EF4-FFF2-40B4-BE49-F238E27FC236}">
                <a16:creationId xmlns:a16="http://schemas.microsoft.com/office/drawing/2014/main" id="{222DED09-F539-B68F-CEBB-70678BE11B7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FD4B2B1-E0EB-9933-D0DD-B38B0ADEB6F9}"/>
              </a:ext>
            </a:extLst>
          </p:cNvPr>
          <p:cNvSpPr>
            <a:spLocks noGrp="1"/>
          </p:cNvSpPr>
          <p:nvPr>
            <p:ph type="sldNum" sz="quarter" idx="12"/>
          </p:nvPr>
        </p:nvSpPr>
        <p:spPr/>
        <p:txBody>
          <a:bodyPr/>
          <a:lstStyle/>
          <a:p>
            <a:fld id="{EA8F2DA1-71F0-4BB6-9FCE-6B0340F7BBBC}" type="slidenum">
              <a:rPr lang="en-GB" smtClean="0"/>
              <a:t>‹#›</a:t>
            </a:fld>
            <a:endParaRPr lang="en-GB"/>
          </a:p>
        </p:txBody>
      </p:sp>
    </p:spTree>
    <p:extLst>
      <p:ext uri="{BB962C8B-B14F-4D97-AF65-F5344CB8AC3E}">
        <p14:creationId xmlns:p14="http://schemas.microsoft.com/office/powerpoint/2010/main" val="32331890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891012-0EA4-FABA-ADF3-2F196BAB78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BB0B6696-D47E-5ACC-B345-A241CC17C1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716CA59-F687-B61D-7F06-2F48585AC7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A24CC40-32C0-4FA7-A5CA-45D1A24F69C3}" type="datetimeFigureOut">
              <a:rPr lang="en-GB" smtClean="0"/>
              <a:t>04/11/2025</a:t>
            </a:fld>
            <a:endParaRPr lang="en-GB"/>
          </a:p>
        </p:txBody>
      </p:sp>
      <p:sp>
        <p:nvSpPr>
          <p:cNvPr id="5" name="Footer Placeholder 4">
            <a:extLst>
              <a:ext uri="{FF2B5EF4-FFF2-40B4-BE49-F238E27FC236}">
                <a16:creationId xmlns:a16="http://schemas.microsoft.com/office/drawing/2014/main" id="{B8543794-F2DA-0494-22C7-25FF1BFB2B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CE3A6EFB-3BA5-7820-D5D9-466288110B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A8F2DA1-71F0-4BB6-9FCE-6B0340F7BBBC}" type="slidenum">
              <a:rPr lang="en-GB" smtClean="0"/>
              <a:t>‹#›</a:t>
            </a:fld>
            <a:endParaRPr lang="en-GB"/>
          </a:p>
        </p:txBody>
      </p:sp>
    </p:spTree>
    <p:extLst>
      <p:ext uri="{BB962C8B-B14F-4D97-AF65-F5344CB8AC3E}">
        <p14:creationId xmlns:p14="http://schemas.microsoft.com/office/powerpoint/2010/main" val="396254014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09D0142-5CE5-F324-13E7-9F46DC73985A}"/>
              </a:ext>
            </a:extLst>
          </p:cNvPr>
          <p:cNvPicPr>
            <a:picLocks noChangeAspect="1"/>
          </p:cNvPicPr>
          <p:nvPr/>
        </p:nvPicPr>
        <p:blipFill>
          <a:blip r:embed="rId2"/>
          <a:stretch>
            <a:fillRect/>
          </a:stretch>
        </p:blipFill>
        <p:spPr>
          <a:xfrm>
            <a:off x="271259" y="2849611"/>
            <a:ext cx="5005549" cy="3829807"/>
          </a:xfrm>
          <a:prstGeom prst="rect">
            <a:avLst/>
          </a:prstGeom>
        </p:spPr>
      </p:pic>
      <p:pic>
        <p:nvPicPr>
          <p:cNvPr id="7" name="Picture 6" descr="A diagram of a model output&#10;&#10;AI-generated content may be incorrect.">
            <a:extLst>
              <a:ext uri="{FF2B5EF4-FFF2-40B4-BE49-F238E27FC236}">
                <a16:creationId xmlns:a16="http://schemas.microsoft.com/office/drawing/2014/main" id="{D3B3A336-6ED9-63CC-583A-3273A51168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15194" y="3359573"/>
            <a:ext cx="4007875" cy="3299330"/>
          </a:xfrm>
          <a:prstGeom prst="rect">
            <a:avLst/>
          </a:prstGeom>
        </p:spPr>
      </p:pic>
      <p:sp>
        <p:nvSpPr>
          <p:cNvPr id="9" name="TextBox 8">
            <a:extLst>
              <a:ext uri="{FF2B5EF4-FFF2-40B4-BE49-F238E27FC236}">
                <a16:creationId xmlns:a16="http://schemas.microsoft.com/office/drawing/2014/main" id="{9756D0F3-4779-7AF2-CB0D-F12FB86E4E28}"/>
              </a:ext>
            </a:extLst>
          </p:cNvPr>
          <p:cNvSpPr txBox="1"/>
          <p:nvPr/>
        </p:nvSpPr>
        <p:spPr>
          <a:xfrm>
            <a:off x="637363" y="1095285"/>
            <a:ext cx="10440211" cy="1569660"/>
          </a:xfrm>
          <a:prstGeom prst="rect">
            <a:avLst/>
          </a:prstGeom>
          <a:noFill/>
        </p:spPr>
        <p:txBody>
          <a:bodyPr wrap="square">
            <a:spAutoFit/>
          </a:bodyPr>
          <a:lstStyle/>
          <a:p>
            <a:pPr marL="285750" indent="-285750">
              <a:buFont typeface="Arial" panose="020B0604020202020204" pitchFamily="34" charset="0"/>
              <a:buChar char="•"/>
            </a:pPr>
            <a:r>
              <a:rPr lang="en-GB" sz="1600" dirty="0"/>
              <a:t>Full data loop in a coastal ocean setting</a:t>
            </a:r>
          </a:p>
          <a:p>
            <a:r>
              <a:rPr lang="en-GB" sz="1600" dirty="0"/>
              <a:t>→ model prediction → uncertainty estimation → target sampling → data assimilation</a:t>
            </a:r>
          </a:p>
          <a:p>
            <a:endParaRPr lang="en-GB" sz="1600" dirty="0"/>
          </a:p>
          <a:p>
            <a:pPr marL="285750" indent="-285750">
              <a:buFont typeface="Arial" panose="020B0604020202020204" pitchFamily="34" charset="0"/>
              <a:buChar char="•"/>
            </a:pPr>
            <a:r>
              <a:rPr lang="en-GB" sz="1600" dirty="0"/>
              <a:t>Demonstrates how model-based uncertainty guides robotic sampling to improve ocean forecasts</a:t>
            </a:r>
          </a:p>
          <a:p>
            <a:pPr marL="285750" indent="-285750">
              <a:buFont typeface="Arial" panose="020B0604020202020204" pitchFamily="34" charset="0"/>
              <a:buChar char="•"/>
            </a:pPr>
            <a:r>
              <a:rPr lang="en-GB" sz="1600" dirty="0"/>
              <a:t>Validates a model-driven adaptive exploration approach</a:t>
            </a:r>
          </a:p>
          <a:p>
            <a:pPr marL="285750" indent="-285750">
              <a:buFont typeface="Arial" panose="020B0604020202020204" pitchFamily="34" charset="0"/>
              <a:buChar char="•"/>
            </a:pPr>
            <a:r>
              <a:rPr lang="en-GB" sz="1600" dirty="0"/>
              <a:t>Highlights benefits and challenges of </a:t>
            </a:r>
            <a:r>
              <a:rPr lang="en-GB" sz="1600" b="1" u="sng" dirty="0"/>
              <a:t>real-world </a:t>
            </a:r>
            <a:r>
              <a:rPr lang="en-GB" sz="1600" dirty="0"/>
              <a:t>ocean operations</a:t>
            </a:r>
          </a:p>
        </p:txBody>
      </p:sp>
      <p:sp>
        <p:nvSpPr>
          <p:cNvPr id="11" name="Title 1">
            <a:extLst>
              <a:ext uri="{FF2B5EF4-FFF2-40B4-BE49-F238E27FC236}">
                <a16:creationId xmlns:a16="http://schemas.microsoft.com/office/drawing/2014/main" id="{DD63E87D-E946-7862-F7BB-C288B231C2D9}"/>
              </a:ext>
            </a:extLst>
          </p:cNvPr>
          <p:cNvSpPr>
            <a:spLocks noGrp="1"/>
          </p:cNvSpPr>
          <p:nvPr>
            <p:ph type="ctrTitle"/>
          </p:nvPr>
        </p:nvSpPr>
        <p:spPr>
          <a:xfrm>
            <a:off x="156959" y="0"/>
            <a:ext cx="9144000" cy="926752"/>
          </a:xfrm>
        </p:spPr>
        <p:txBody>
          <a:bodyPr>
            <a:normAutofit/>
          </a:bodyPr>
          <a:lstStyle/>
          <a:p>
            <a:pPr algn="l"/>
            <a:r>
              <a:rPr lang="pt-PT" sz="4400" dirty="0"/>
              <a:t>Fresnel</a:t>
            </a:r>
            <a:endParaRPr lang="en-GB" sz="4400" dirty="0"/>
          </a:p>
        </p:txBody>
      </p:sp>
    </p:spTree>
    <p:extLst>
      <p:ext uri="{BB962C8B-B14F-4D97-AF65-F5344CB8AC3E}">
        <p14:creationId xmlns:p14="http://schemas.microsoft.com/office/powerpoint/2010/main" val="3251121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model prediction&#10;&#10;AI-generated content may be incorrect.">
            <a:extLst>
              <a:ext uri="{FF2B5EF4-FFF2-40B4-BE49-F238E27FC236}">
                <a16:creationId xmlns:a16="http://schemas.microsoft.com/office/drawing/2014/main" id="{BA1BC90A-E611-7C27-FF7A-CC2C2F39B2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3158" y="1081999"/>
            <a:ext cx="5135028" cy="5099725"/>
          </a:xfrm>
          <a:prstGeom prst="rect">
            <a:avLst/>
          </a:prstGeom>
        </p:spPr>
      </p:pic>
      <p:sp>
        <p:nvSpPr>
          <p:cNvPr id="8" name="Title 1">
            <a:extLst>
              <a:ext uri="{FF2B5EF4-FFF2-40B4-BE49-F238E27FC236}">
                <a16:creationId xmlns:a16="http://schemas.microsoft.com/office/drawing/2014/main" id="{69B5112B-DCB7-582F-F778-36D8EBB0D7E2}"/>
              </a:ext>
            </a:extLst>
          </p:cNvPr>
          <p:cNvSpPr>
            <a:spLocks noGrp="1"/>
          </p:cNvSpPr>
          <p:nvPr>
            <p:ph type="ctrTitle"/>
          </p:nvPr>
        </p:nvSpPr>
        <p:spPr>
          <a:xfrm>
            <a:off x="156959" y="0"/>
            <a:ext cx="9144000" cy="926752"/>
          </a:xfrm>
        </p:spPr>
        <p:txBody>
          <a:bodyPr>
            <a:normAutofit/>
          </a:bodyPr>
          <a:lstStyle/>
          <a:p>
            <a:pPr algn="l"/>
            <a:r>
              <a:rPr lang="pt-PT" sz="4400" dirty="0"/>
              <a:t>Fresnel</a:t>
            </a:r>
            <a:endParaRPr lang="en-GB" sz="4400" dirty="0"/>
          </a:p>
        </p:txBody>
      </p:sp>
      <p:sp>
        <p:nvSpPr>
          <p:cNvPr id="10" name="TextBox 9">
            <a:extLst>
              <a:ext uri="{FF2B5EF4-FFF2-40B4-BE49-F238E27FC236}">
                <a16:creationId xmlns:a16="http://schemas.microsoft.com/office/drawing/2014/main" id="{4366A909-7D23-D876-F0AA-714538D114BA}"/>
              </a:ext>
            </a:extLst>
          </p:cNvPr>
          <p:cNvSpPr txBox="1"/>
          <p:nvPr/>
        </p:nvSpPr>
        <p:spPr>
          <a:xfrm>
            <a:off x="5781675" y="1012954"/>
            <a:ext cx="6138862" cy="4832092"/>
          </a:xfrm>
          <a:prstGeom prst="rect">
            <a:avLst/>
          </a:prstGeom>
          <a:noFill/>
        </p:spPr>
        <p:txBody>
          <a:bodyPr wrap="square">
            <a:spAutoFit/>
          </a:bodyPr>
          <a:lstStyle/>
          <a:p>
            <a:r>
              <a:rPr lang="en-GB" sz="1400" dirty="0"/>
              <a:t>Challenging meteorological and ocean conditions constrained the team from multiple iterations of the </a:t>
            </a:r>
            <a:r>
              <a:rPr lang="en-GB" sz="1400" b="1" dirty="0"/>
              <a:t>sample-assimilate-predict-direct</a:t>
            </a:r>
            <a:r>
              <a:rPr lang="en-GB" sz="1400" dirty="0"/>
              <a:t> loop to a three-day sequence of consecutive experiments (29-–31 October, 2025). </a:t>
            </a:r>
          </a:p>
          <a:p>
            <a:endParaRPr lang="en-GB" sz="1400" dirty="0"/>
          </a:p>
          <a:p>
            <a:r>
              <a:rPr lang="en-GB" sz="1400" dirty="0"/>
              <a:t>The analysis in this work aims to quantify the impact of assimilating AUV-acquired temperature data on the predictive performance of the statistical model and to assess the operational feasibility of the data cycle approach in a real-world coastal setting.</a:t>
            </a:r>
          </a:p>
          <a:p>
            <a:endParaRPr lang="en-GB" sz="1400" dirty="0"/>
          </a:p>
          <a:p>
            <a:r>
              <a:rPr lang="en-GB" sz="1400" dirty="0"/>
              <a:t>Each experimental day followed a structured cycle involving: </a:t>
            </a:r>
          </a:p>
          <a:p>
            <a:endParaRPr lang="en-GB" sz="1400" dirty="0"/>
          </a:p>
          <a:p>
            <a:pPr marL="400050" indent="-400050">
              <a:buAutoNum type="romanLcParenBoth"/>
            </a:pPr>
            <a:r>
              <a:rPr lang="en-GB" sz="1400" dirty="0"/>
              <a:t>the generation of a statistical model forecast and its associated uncertainty field based on the Copernicus Marine Service (CMS) data available up to the previous day; </a:t>
            </a:r>
          </a:p>
          <a:p>
            <a:pPr marL="400050" indent="-400050">
              <a:buAutoNum type="romanLcParenBoth"/>
            </a:pPr>
            <a:r>
              <a:rPr lang="en-GB" sz="1400" dirty="0"/>
              <a:t>the execution of the target sampling algorithm to plan the next-day missions; and</a:t>
            </a:r>
          </a:p>
          <a:p>
            <a:pPr marL="400050" indent="-400050">
              <a:buAutoNum type="romanLcParenBoth"/>
            </a:pPr>
            <a:r>
              <a:rPr lang="en-GB" sz="1400" dirty="0"/>
              <a:t>in situ data collection by AUVs following the algorithmically determined transects. </a:t>
            </a:r>
          </a:p>
          <a:p>
            <a:pPr marL="400050" indent="-400050">
              <a:buAutoNum type="romanLcParenBoth"/>
            </a:pPr>
            <a:r>
              <a:rPr lang="en-GB" sz="1400" dirty="0"/>
              <a:t>The data collected within the previous day were subsequently assimilated into the statistical model to produce updated forecasts, enabling comparisons between forecasts with and without data assimilation.</a:t>
            </a:r>
          </a:p>
        </p:txBody>
      </p:sp>
    </p:spTree>
    <p:extLst>
      <p:ext uri="{BB962C8B-B14F-4D97-AF65-F5344CB8AC3E}">
        <p14:creationId xmlns:p14="http://schemas.microsoft.com/office/powerpoint/2010/main" val="23536334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C4CA6-E659-B5C5-2451-1ABD684D8440}"/>
            </a:ext>
          </a:extLst>
        </p:cNvPr>
        <p:cNvGrpSpPr/>
        <p:nvPr/>
      </p:nvGrpSpPr>
      <p:grpSpPr>
        <a:xfrm>
          <a:off x="0" y="0"/>
          <a:ext cx="0" cy="0"/>
          <a:chOff x="0" y="0"/>
          <a:chExt cx="0" cy="0"/>
        </a:xfrm>
      </p:grpSpPr>
      <p:pic>
        <p:nvPicPr>
          <p:cNvPr id="5" name="Picture 4" descr="A screenshot of a computer generated image&#10;&#10;AI-generated content may be incorrect.">
            <a:extLst>
              <a:ext uri="{FF2B5EF4-FFF2-40B4-BE49-F238E27FC236}">
                <a16:creationId xmlns:a16="http://schemas.microsoft.com/office/drawing/2014/main" id="{9DB65CD3-0175-AFAA-7DDC-1FCCE5DA33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3905" y="282401"/>
            <a:ext cx="9044191" cy="5086644"/>
          </a:xfrm>
          <a:prstGeom prst="rect">
            <a:avLst/>
          </a:prstGeom>
        </p:spPr>
      </p:pic>
      <p:sp>
        <p:nvSpPr>
          <p:cNvPr id="8" name="Title 1">
            <a:extLst>
              <a:ext uri="{FF2B5EF4-FFF2-40B4-BE49-F238E27FC236}">
                <a16:creationId xmlns:a16="http://schemas.microsoft.com/office/drawing/2014/main" id="{ACEE255C-93B5-00B3-ED8C-AFDB53247565}"/>
              </a:ext>
            </a:extLst>
          </p:cNvPr>
          <p:cNvSpPr>
            <a:spLocks noGrp="1"/>
          </p:cNvSpPr>
          <p:nvPr>
            <p:ph type="ctrTitle"/>
          </p:nvPr>
        </p:nvSpPr>
        <p:spPr>
          <a:xfrm>
            <a:off x="156959" y="0"/>
            <a:ext cx="9144000" cy="926752"/>
          </a:xfrm>
        </p:spPr>
        <p:txBody>
          <a:bodyPr>
            <a:normAutofit/>
          </a:bodyPr>
          <a:lstStyle/>
          <a:p>
            <a:pPr algn="l"/>
            <a:r>
              <a:rPr lang="pt-PT" sz="4400" dirty="0"/>
              <a:t>Fresnel</a:t>
            </a:r>
            <a:endParaRPr lang="en-GB" sz="4400" dirty="0"/>
          </a:p>
        </p:txBody>
      </p:sp>
      <p:sp>
        <p:nvSpPr>
          <p:cNvPr id="10" name="TextBox 9">
            <a:extLst>
              <a:ext uri="{FF2B5EF4-FFF2-40B4-BE49-F238E27FC236}">
                <a16:creationId xmlns:a16="http://schemas.microsoft.com/office/drawing/2014/main" id="{2096E989-C08D-FCCF-E377-7339AFC5B0D6}"/>
              </a:ext>
            </a:extLst>
          </p:cNvPr>
          <p:cNvSpPr txBox="1"/>
          <p:nvPr/>
        </p:nvSpPr>
        <p:spPr>
          <a:xfrm>
            <a:off x="660670" y="5159495"/>
            <a:ext cx="10870660" cy="1077218"/>
          </a:xfrm>
          <a:prstGeom prst="rect">
            <a:avLst/>
          </a:prstGeom>
          <a:noFill/>
        </p:spPr>
        <p:txBody>
          <a:bodyPr wrap="square">
            <a:spAutoFit/>
          </a:bodyPr>
          <a:lstStyle/>
          <a:p>
            <a:r>
              <a:rPr lang="en-GB" sz="1600" dirty="0"/>
              <a:t>Figure provides an overview of the environmental conditions observed during the three-day experimental window considered in this study (29–31 October). The background fields correspond to the Level-3Sea Surface Temperature (SST) product from Copernicus Marine Service. The operational area was relatively compact, covering approximately 100 km² south of the Nazaré Canyon, where the AUVs executed the planned target sampling missions.</a:t>
            </a:r>
          </a:p>
        </p:txBody>
      </p:sp>
    </p:spTree>
    <p:extLst>
      <p:ext uri="{BB962C8B-B14F-4D97-AF65-F5344CB8AC3E}">
        <p14:creationId xmlns:p14="http://schemas.microsoft.com/office/powerpoint/2010/main" val="51814686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EB6B6-DF2A-4774-A112-74BDB7E51C91}"/>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EE34953-CEDA-E1FD-D1BA-8EDFA9C144FB}"/>
              </a:ext>
            </a:extLst>
          </p:cNvPr>
          <p:cNvSpPr>
            <a:spLocks noGrp="1"/>
          </p:cNvSpPr>
          <p:nvPr>
            <p:ph type="ctrTitle"/>
          </p:nvPr>
        </p:nvSpPr>
        <p:spPr>
          <a:xfrm>
            <a:off x="156959" y="0"/>
            <a:ext cx="9144000" cy="926752"/>
          </a:xfrm>
        </p:spPr>
        <p:txBody>
          <a:bodyPr>
            <a:normAutofit/>
          </a:bodyPr>
          <a:lstStyle/>
          <a:p>
            <a:pPr algn="l"/>
            <a:r>
              <a:rPr lang="pt-PT" sz="4400" dirty="0"/>
              <a:t>Fresnel</a:t>
            </a:r>
            <a:endParaRPr lang="en-GB" sz="4400" dirty="0"/>
          </a:p>
        </p:txBody>
      </p:sp>
      <p:sp>
        <p:nvSpPr>
          <p:cNvPr id="10" name="TextBox 9">
            <a:extLst>
              <a:ext uri="{FF2B5EF4-FFF2-40B4-BE49-F238E27FC236}">
                <a16:creationId xmlns:a16="http://schemas.microsoft.com/office/drawing/2014/main" id="{936DCAD9-E37B-5341-A374-4F5745F4D2B0}"/>
              </a:ext>
            </a:extLst>
          </p:cNvPr>
          <p:cNvSpPr txBox="1"/>
          <p:nvPr/>
        </p:nvSpPr>
        <p:spPr>
          <a:xfrm>
            <a:off x="7302026" y="1352505"/>
            <a:ext cx="4544470" cy="4832092"/>
          </a:xfrm>
          <a:prstGeom prst="rect">
            <a:avLst/>
          </a:prstGeom>
          <a:noFill/>
        </p:spPr>
        <p:txBody>
          <a:bodyPr wrap="square">
            <a:spAutoFit/>
          </a:bodyPr>
          <a:lstStyle/>
          <a:p>
            <a:endParaRPr lang="en-GB" sz="1400" dirty="0"/>
          </a:p>
          <a:p>
            <a:r>
              <a:rPr lang="en-GB" sz="1400" dirty="0"/>
              <a:t>In the baseline scenarios without assimilation (C and D), the scatterplots exhibit a wide spread of points around the reference line, indicating substantial discrepancies between the model predictions and the observed AUV temperatures. These deviations are particularly evident in the Figure, where surface temperatures tend to be overestimated. This dispersion reflects the model’s limited ability to accurately reproduce the vertical thermal structure when it relies solely on CMS data without incorporating recent in situ information.</a:t>
            </a:r>
          </a:p>
          <a:p>
            <a:endParaRPr lang="en-GB" sz="1400" dirty="0"/>
          </a:p>
          <a:p>
            <a:r>
              <a:rPr lang="en-GB" sz="1400" dirty="0"/>
              <a:t>In contrast, the fully assimilated scenarios (C4 and D4) show a much tighter clustering of points around reference, especially within the upper layers, where the previous AUV missions had provided dense and temporally relevant observations. This reduction in spread suggests a clear improvement in predictive accuracy, indicating that the assimilation of targeted measurements effectively constrains the thermal structure and captures ongoing physical transitions in the water column.</a:t>
            </a:r>
          </a:p>
        </p:txBody>
      </p:sp>
      <p:pic>
        <p:nvPicPr>
          <p:cNvPr id="2" name="Picture 1">
            <a:extLst>
              <a:ext uri="{FF2B5EF4-FFF2-40B4-BE49-F238E27FC236}">
                <a16:creationId xmlns:a16="http://schemas.microsoft.com/office/drawing/2014/main" id="{7C84D5BB-4BE7-0A3D-4EEA-E5F505122353}"/>
              </a:ext>
            </a:extLst>
          </p:cNvPr>
          <p:cNvPicPr>
            <a:picLocks noChangeAspect="1"/>
          </p:cNvPicPr>
          <p:nvPr/>
        </p:nvPicPr>
        <p:blipFill>
          <a:blip r:embed="rId2"/>
          <a:stretch>
            <a:fillRect/>
          </a:stretch>
        </p:blipFill>
        <p:spPr>
          <a:xfrm>
            <a:off x="345504" y="828675"/>
            <a:ext cx="6641356" cy="5781675"/>
          </a:xfrm>
          <a:prstGeom prst="rect">
            <a:avLst/>
          </a:prstGeom>
        </p:spPr>
      </p:pic>
      <p:sp>
        <p:nvSpPr>
          <p:cNvPr id="4" name="TextBox 3">
            <a:extLst>
              <a:ext uri="{FF2B5EF4-FFF2-40B4-BE49-F238E27FC236}">
                <a16:creationId xmlns:a16="http://schemas.microsoft.com/office/drawing/2014/main" id="{C403C627-CE8F-8822-F33A-8A3DAE3D8642}"/>
              </a:ext>
            </a:extLst>
          </p:cNvPr>
          <p:cNvSpPr txBox="1"/>
          <p:nvPr/>
        </p:nvSpPr>
        <p:spPr>
          <a:xfrm>
            <a:off x="2583656" y="2977634"/>
            <a:ext cx="359569" cy="369332"/>
          </a:xfrm>
          <a:prstGeom prst="rect">
            <a:avLst/>
          </a:prstGeom>
          <a:noFill/>
        </p:spPr>
        <p:txBody>
          <a:bodyPr wrap="square">
            <a:spAutoFit/>
          </a:bodyPr>
          <a:lstStyle/>
          <a:p>
            <a:r>
              <a:rPr lang="en-GB" sz="1800" dirty="0"/>
              <a:t>C</a:t>
            </a:r>
            <a:endParaRPr lang="en-GB" dirty="0"/>
          </a:p>
        </p:txBody>
      </p:sp>
      <p:sp>
        <p:nvSpPr>
          <p:cNvPr id="6" name="TextBox 5">
            <a:extLst>
              <a:ext uri="{FF2B5EF4-FFF2-40B4-BE49-F238E27FC236}">
                <a16:creationId xmlns:a16="http://schemas.microsoft.com/office/drawing/2014/main" id="{7EC483B5-434E-6E3D-48E3-361835B3AC88}"/>
              </a:ext>
            </a:extLst>
          </p:cNvPr>
          <p:cNvSpPr txBox="1"/>
          <p:nvPr/>
        </p:nvSpPr>
        <p:spPr>
          <a:xfrm>
            <a:off x="5314950" y="2977634"/>
            <a:ext cx="523875" cy="369332"/>
          </a:xfrm>
          <a:prstGeom prst="rect">
            <a:avLst/>
          </a:prstGeom>
          <a:noFill/>
        </p:spPr>
        <p:txBody>
          <a:bodyPr wrap="square">
            <a:spAutoFit/>
          </a:bodyPr>
          <a:lstStyle/>
          <a:p>
            <a:r>
              <a:rPr lang="en-GB" sz="1800" dirty="0"/>
              <a:t>C4</a:t>
            </a:r>
            <a:endParaRPr lang="en-GB" dirty="0"/>
          </a:p>
        </p:txBody>
      </p:sp>
      <p:sp>
        <p:nvSpPr>
          <p:cNvPr id="7" name="TextBox 6">
            <a:extLst>
              <a:ext uri="{FF2B5EF4-FFF2-40B4-BE49-F238E27FC236}">
                <a16:creationId xmlns:a16="http://schemas.microsoft.com/office/drawing/2014/main" id="{54A9BFCE-B678-4397-112C-E9EB7A9A016E}"/>
              </a:ext>
            </a:extLst>
          </p:cNvPr>
          <p:cNvSpPr txBox="1"/>
          <p:nvPr/>
        </p:nvSpPr>
        <p:spPr>
          <a:xfrm>
            <a:off x="2583656" y="5930384"/>
            <a:ext cx="359569" cy="369332"/>
          </a:xfrm>
          <a:prstGeom prst="rect">
            <a:avLst/>
          </a:prstGeom>
          <a:noFill/>
        </p:spPr>
        <p:txBody>
          <a:bodyPr wrap="square">
            <a:spAutoFit/>
          </a:bodyPr>
          <a:lstStyle/>
          <a:p>
            <a:r>
              <a:rPr lang="en-GB" sz="1800" dirty="0"/>
              <a:t>D</a:t>
            </a:r>
            <a:endParaRPr lang="en-GB" dirty="0"/>
          </a:p>
        </p:txBody>
      </p:sp>
      <p:sp>
        <p:nvSpPr>
          <p:cNvPr id="9" name="TextBox 8">
            <a:extLst>
              <a:ext uri="{FF2B5EF4-FFF2-40B4-BE49-F238E27FC236}">
                <a16:creationId xmlns:a16="http://schemas.microsoft.com/office/drawing/2014/main" id="{370ECB29-7C5F-5C78-7B89-C809C6753BC8}"/>
              </a:ext>
            </a:extLst>
          </p:cNvPr>
          <p:cNvSpPr txBox="1"/>
          <p:nvPr/>
        </p:nvSpPr>
        <p:spPr>
          <a:xfrm>
            <a:off x="5314950" y="5930384"/>
            <a:ext cx="523875" cy="369332"/>
          </a:xfrm>
          <a:prstGeom prst="rect">
            <a:avLst/>
          </a:prstGeom>
          <a:noFill/>
        </p:spPr>
        <p:txBody>
          <a:bodyPr wrap="square">
            <a:spAutoFit/>
          </a:bodyPr>
          <a:lstStyle/>
          <a:p>
            <a:r>
              <a:rPr lang="en-GB" sz="1800" dirty="0"/>
              <a:t>D4</a:t>
            </a:r>
            <a:endParaRPr lang="en-GB" dirty="0"/>
          </a:p>
        </p:txBody>
      </p:sp>
      <p:sp>
        <p:nvSpPr>
          <p:cNvPr id="12" name="TextBox 11">
            <a:extLst>
              <a:ext uri="{FF2B5EF4-FFF2-40B4-BE49-F238E27FC236}">
                <a16:creationId xmlns:a16="http://schemas.microsoft.com/office/drawing/2014/main" id="{9AEDDB73-1822-33A4-FDAF-73778E22D40C}"/>
              </a:ext>
            </a:extLst>
          </p:cNvPr>
          <p:cNvSpPr txBox="1"/>
          <p:nvPr/>
        </p:nvSpPr>
        <p:spPr>
          <a:xfrm>
            <a:off x="7302026" y="444876"/>
            <a:ext cx="4457918" cy="923330"/>
          </a:xfrm>
          <a:prstGeom prst="rect">
            <a:avLst/>
          </a:prstGeom>
          <a:noFill/>
        </p:spPr>
        <p:txBody>
          <a:bodyPr wrap="square">
            <a:spAutoFit/>
          </a:bodyPr>
          <a:lstStyle/>
          <a:p>
            <a:r>
              <a:rPr lang="en-GB" sz="1800" dirty="0"/>
              <a:t>31 October </a:t>
            </a:r>
          </a:p>
          <a:p>
            <a:endParaRPr lang="en-GB" dirty="0"/>
          </a:p>
          <a:p>
            <a:r>
              <a:rPr lang="en-GB" i="1" dirty="0"/>
              <a:t>Statistical prediction </a:t>
            </a:r>
            <a:r>
              <a:rPr lang="en-GB" dirty="0"/>
              <a:t>vs </a:t>
            </a:r>
            <a:r>
              <a:rPr lang="en-GB" i="1" dirty="0"/>
              <a:t>LAUV in situ data</a:t>
            </a:r>
          </a:p>
        </p:txBody>
      </p:sp>
      <p:sp>
        <p:nvSpPr>
          <p:cNvPr id="14" name="TextBox 13">
            <a:extLst>
              <a:ext uri="{FF2B5EF4-FFF2-40B4-BE49-F238E27FC236}">
                <a16:creationId xmlns:a16="http://schemas.microsoft.com/office/drawing/2014/main" id="{078CCDBC-DFCB-F598-1C39-769297B1E711}"/>
              </a:ext>
            </a:extLst>
          </p:cNvPr>
          <p:cNvSpPr txBox="1"/>
          <p:nvPr/>
        </p:nvSpPr>
        <p:spPr>
          <a:xfrm>
            <a:off x="4641056" y="2839134"/>
            <a:ext cx="2121694" cy="276999"/>
          </a:xfrm>
          <a:prstGeom prst="rect">
            <a:avLst/>
          </a:prstGeom>
          <a:noFill/>
        </p:spPr>
        <p:txBody>
          <a:bodyPr wrap="square">
            <a:spAutoFit/>
          </a:bodyPr>
          <a:lstStyle/>
          <a:p>
            <a:r>
              <a:rPr lang="en-GB" sz="1200" dirty="0">
                <a:solidFill>
                  <a:srgbClr val="FF0000"/>
                </a:solidFill>
              </a:rPr>
              <a:t>with Assimilation</a:t>
            </a:r>
            <a:endParaRPr lang="en-GB" sz="1200" dirty="0"/>
          </a:p>
        </p:txBody>
      </p:sp>
      <p:sp>
        <p:nvSpPr>
          <p:cNvPr id="15" name="TextBox 14">
            <a:extLst>
              <a:ext uri="{FF2B5EF4-FFF2-40B4-BE49-F238E27FC236}">
                <a16:creationId xmlns:a16="http://schemas.microsoft.com/office/drawing/2014/main" id="{AFFA1A64-2BF0-6432-914B-94042DE8A71F}"/>
              </a:ext>
            </a:extLst>
          </p:cNvPr>
          <p:cNvSpPr txBox="1"/>
          <p:nvPr/>
        </p:nvSpPr>
        <p:spPr>
          <a:xfrm>
            <a:off x="4641056" y="5752326"/>
            <a:ext cx="2121694" cy="276999"/>
          </a:xfrm>
          <a:prstGeom prst="rect">
            <a:avLst/>
          </a:prstGeom>
          <a:noFill/>
        </p:spPr>
        <p:txBody>
          <a:bodyPr wrap="square">
            <a:spAutoFit/>
          </a:bodyPr>
          <a:lstStyle/>
          <a:p>
            <a:r>
              <a:rPr lang="en-GB" sz="1200" dirty="0">
                <a:solidFill>
                  <a:srgbClr val="FF0000"/>
                </a:solidFill>
              </a:rPr>
              <a:t>with Assimilation</a:t>
            </a:r>
            <a:endParaRPr lang="en-GB" sz="1200" dirty="0"/>
          </a:p>
        </p:txBody>
      </p:sp>
    </p:spTree>
    <p:extLst>
      <p:ext uri="{BB962C8B-B14F-4D97-AF65-F5344CB8AC3E}">
        <p14:creationId xmlns:p14="http://schemas.microsoft.com/office/powerpoint/2010/main" val="150019754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8CEF71-980F-677A-9549-2C120E52749A}"/>
            </a:ext>
          </a:extLst>
        </p:cNvPr>
        <p:cNvGrpSpPr/>
        <p:nvPr/>
      </p:nvGrpSpPr>
      <p:grpSpPr>
        <a:xfrm>
          <a:off x="0" y="0"/>
          <a:ext cx="0" cy="0"/>
          <a:chOff x="0" y="0"/>
          <a:chExt cx="0" cy="0"/>
        </a:xfrm>
      </p:grpSpPr>
      <p:sp>
        <p:nvSpPr>
          <p:cNvPr id="8" name="Title 1">
            <a:extLst>
              <a:ext uri="{FF2B5EF4-FFF2-40B4-BE49-F238E27FC236}">
                <a16:creationId xmlns:a16="http://schemas.microsoft.com/office/drawing/2014/main" id="{70EEF99D-3B5B-EA5E-3775-7411B3717609}"/>
              </a:ext>
            </a:extLst>
          </p:cNvPr>
          <p:cNvSpPr>
            <a:spLocks noGrp="1"/>
          </p:cNvSpPr>
          <p:nvPr>
            <p:ph type="ctrTitle"/>
          </p:nvPr>
        </p:nvSpPr>
        <p:spPr>
          <a:xfrm>
            <a:off x="156959" y="0"/>
            <a:ext cx="9144000" cy="926752"/>
          </a:xfrm>
        </p:spPr>
        <p:txBody>
          <a:bodyPr>
            <a:normAutofit/>
          </a:bodyPr>
          <a:lstStyle/>
          <a:p>
            <a:pPr algn="l"/>
            <a:r>
              <a:rPr lang="pt-PT" sz="4400" dirty="0"/>
              <a:t>Fresnel</a:t>
            </a:r>
            <a:endParaRPr lang="en-GB" sz="4400" dirty="0"/>
          </a:p>
        </p:txBody>
      </p:sp>
      <p:sp>
        <p:nvSpPr>
          <p:cNvPr id="10" name="TextBox 9">
            <a:extLst>
              <a:ext uri="{FF2B5EF4-FFF2-40B4-BE49-F238E27FC236}">
                <a16:creationId xmlns:a16="http://schemas.microsoft.com/office/drawing/2014/main" id="{E6E3C8BB-259D-AEEC-F6BD-39CA92AD6790}"/>
              </a:ext>
            </a:extLst>
          </p:cNvPr>
          <p:cNvSpPr txBox="1"/>
          <p:nvPr/>
        </p:nvSpPr>
        <p:spPr>
          <a:xfrm>
            <a:off x="6960580" y="0"/>
            <a:ext cx="4893246" cy="6771084"/>
          </a:xfrm>
          <a:prstGeom prst="rect">
            <a:avLst/>
          </a:prstGeom>
          <a:noFill/>
        </p:spPr>
        <p:txBody>
          <a:bodyPr wrap="square">
            <a:spAutoFit/>
          </a:bodyPr>
          <a:lstStyle/>
          <a:p>
            <a:endParaRPr lang="en-GB" sz="1400" dirty="0"/>
          </a:p>
          <a:p>
            <a:r>
              <a:rPr lang="en-GB" sz="1400" dirty="0"/>
              <a:t>For LAUVs XP3 and XP5, a clear and consistent trend is observed: the assimilation scenarios (C4 and D4) improve the model prediction skill. The RMSE error decreases across all depths and vehicles, indicating that the assimilation procedure effectively constrains the local dynamics represented in the geostatistical model. Although small differences are present between C4 and D4, they are not statistically significant, confirming that the assimilation results are robust with respect to initial configuration differences. </a:t>
            </a:r>
          </a:p>
          <a:p>
            <a:endParaRPr lang="en-GB" sz="1400" dirty="0"/>
          </a:p>
          <a:p>
            <a:r>
              <a:rPr lang="en-GB" sz="1400" dirty="0"/>
              <a:t>The situation for LAUV XP2 is radically different. In this case, the assimilation scenarios (C4 and D4) lead to higher prediction errors compared with the non-assimilation runs (C and D). This counterintuitive result stems from an important spatial mismatch: on 31 October,</a:t>
            </a:r>
            <a:r>
              <a:rPr lang="en-GB" sz="1400" dirty="0">
                <a:highlight>
                  <a:srgbClr val="FFFF00"/>
                </a:highlight>
              </a:rPr>
              <a:t> </a:t>
            </a:r>
            <a:r>
              <a:rPr lang="en-GB" sz="1400" b="1" dirty="0">
                <a:highlight>
                  <a:srgbClr val="FFFF00"/>
                </a:highlight>
              </a:rPr>
              <a:t>XP2 operated north of the Nazaré Canyon, whereas the assimilated data from the previous days (29 and 30 October) were collected in its southern sector. </a:t>
            </a:r>
          </a:p>
          <a:p>
            <a:endParaRPr lang="en-GB" sz="1400" dirty="0"/>
          </a:p>
          <a:p>
            <a:r>
              <a:rPr lang="en-GB" sz="1400" dirty="0"/>
              <a:t>The Nazaré Canyon marks a transition zone between distinct oceanographic regimes, where circulation patterns are strongly influenced by the canyon’s complex topography and the interaction between shelf and slope processes. Inside the Nazaré Canyon, residual currents are generally aligned along the canyon axis as a result of strong topographical control and this alignment extends well above the canyon edges (~150 m depth), implying a substantial disturbance of the predominant north–south circulation parallel to the general trend of the shelf and slope </a:t>
            </a:r>
          </a:p>
        </p:txBody>
      </p:sp>
      <p:grpSp>
        <p:nvGrpSpPr>
          <p:cNvPr id="11" name="Group 10">
            <a:extLst>
              <a:ext uri="{FF2B5EF4-FFF2-40B4-BE49-F238E27FC236}">
                <a16:creationId xmlns:a16="http://schemas.microsoft.com/office/drawing/2014/main" id="{EEAC17E3-BA94-EEEF-28E5-8F0EF1BD6097}"/>
              </a:ext>
            </a:extLst>
          </p:cNvPr>
          <p:cNvGrpSpPr/>
          <p:nvPr/>
        </p:nvGrpSpPr>
        <p:grpSpPr>
          <a:xfrm>
            <a:off x="345504" y="926752"/>
            <a:ext cx="6531546" cy="5876719"/>
            <a:chOff x="-3884088" y="1489587"/>
            <a:chExt cx="22866504" cy="20574000"/>
          </a:xfrm>
        </p:grpSpPr>
        <p:pic>
          <p:nvPicPr>
            <p:cNvPr id="13" name="Picture 12" descr="A graph with blue lines&#10;&#10;AI-generated content may be incorrect.">
              <a:extLst>
                <a:ext uri="{FF2B5EF4-FFF2-40B4-BE49-F238E27FC236}">
                  <a16:creationId xmlns:a16="http://schemas.microsoft.com/office/drawing/2014/main" id="{E436FE0E-5ED3-70D0-6C25-E0FE0C7ADF8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84088" y="15205587"/>
              <a:ext cx="11433252" cy="6858000"/>
            </a:xfrm>
            <a:prstGeom prst="rect">
              <a:avLst/>
            </a:prstGeom>
          </p:spPr>
        </p:pic>
        <p:pic>
          <p:nvPicPr>
            <p:cNvPr id="14" name="Picture 13" descr="A graph with blue bars&#10;&#10;AI-generated content may be incorrect.">
              <a:extLst>
                <a:ext uri="{FF2B5EF4-FFF2-40B4-BE49-F238E27FC236}">
                  <a16:creationId xmlns:a16="http://schemas.microsoft.com/office/drawing/2014/main" id="{9095C13A-3175-9950-C6C5-CC39B773D5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84088" y="1489587"/>
              <a:ext cx="11433252" cy="6858000"/>
            </a:xfrm>
            <a:prstGeom prst="rect">
              <a:avLst/>
            </a:prstGeom>
          </p:spPr>
        </p:pic>
        <p:pic>
          <p:nvPicPr>
            <p:cNvPr id="15" name="Picture 14" descr="A graph with blue lines&#10;&#10;AI-generated content may be incorrect.">
              <a:extLst>
                <a:ext uri="{FF2B5EF4-FFF2-40B4-BE49-F238E27FC236}">
                  <a16:creationId xmlns:a16="http://schemas.microsoft.com/office/drawing/2014/main" id="{985AD060-9F21-6115-09F4-173758CBB7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84088" y="8347587"/>
              <a:ext cx="11433252" cy="6858000"/>
            </a:xfrm>
            <a:prstGeom prst="rect">
              <a:avLst/>
            </a:prstGeom>
          </p:spPr>
        </p:pic>
        <p:pic>
          <p:nvPicPr>
            <p:cNvPr id="16" name="Picture 15" descr="A graph with blue lines&#10;&#10;AI-generated content may be incorrect.">
              <a:extLst>
                <a:ext uri="{FF2B5EF4-FFF2-40B4-BE49-F238E27FC236}">
                  <a16:creationId xmlns:a16="http://schemas.microsoft.com/office/drawing/2014/main" id="{B3A63458-3D2A-0328-672D-E9ED494EA52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549164" y="15205587"/>
              <a:ext cx="11433252" cy="6858000"/>
            </a:xfrm>
            <a:prstGeom prst="rect">
              <a:avLst/>
            </a:prstGeom>
          </p:spPr>
        </p:pic>
        <p:pic>
          <p:nvPicPr>
            <p:cNvPr id="17" name="Picture 16" descr="A graph with blue and green bars&#10;&#10;AI-generated content may be incorrect.">
              <a:extLst>
                <a:ext uri="{FF2B5EF4-FFF2-40B4-BE49-F238E27FC236}">
                  <a16:creationId xmlns:a16="http://schemas.microsoft.com/office/drawing/2014/main" id="{079C7255-A69D-4E05-56A9-F31DF99F2BF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549164" y="1489587"/>
              <a:ext cx="11433252" cy="6858000"/>
            </a:xfrm>
            <a:prstGeom prst="rect">
              <a:avLst/>
            </a:prstGeom>
          </p:spPr>
        </p:pic>
        <p:pic>
          <p:nvPicPr>
            <p:cNvPr id="18" name="Picture 17" descr="A graph with blue lines&#10;&#10;AI-generated content may be incorrect.">
              <a:extLst>
                <a:ext uri="{FF2B5EF4-FFF2-40B4-BE49-F238E27FC236}">
                  <a16:creationId xmlns:a16="http://schemas.microsoft.com/office/drawing/2014/main" id="{938E14C9-6CE5-E17D-B758-ABDC24B20C86}"/>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49164" y="8347587"/>
              <a:ext cx="11433252" cy="6858000"/>
            </a:xfrm>
            <a:prstGeom prst="rect">
              <a:avLst/>
            </a:prstGeom>
          </p:spPr>
        </p:pic>
      </p:grpSp>
      <p:sp>
        <p:nvSpPr>
          <p:cNvPr id="25" name="TextBox 24">
            <a:extLst>
              <a:ext uri="{FF2B5EF4-FFF2-40B4-BE49-F238E27FC236}">
                <a16:creationId xmlns:a16="http://schemas.microsoft.com/office/drawing/2014/main" id="{8A2C28D3-8E24-7451-2452-1CD75FDAE45F}"/>
              </a:ext>
            </a:extLst>
          </p:cNvPr>
          <p:cNvSpPr txBox="1"/>
          <p:nvPr/>
        </p:nvSpPr>
        <p:spPr>
          <a:xfrm>
            <a:off x="743695" y="1339586"/>
            <a:ext cx="2655094" cy="646331"/>
          </a:xfrm>
          <a:prstGeom prst="rect">
            <a:avLst/>
          </a:prstGeom>
          <a:noFill/>
        </p:spPr>
        <p:txBody>
          <a:bodyPr wrap="square">
            <a:spAutoFit/>
          </a:bodyPr>
          <a:lstStyle/>
          <a:p>
            <a:r>
              <a:rPr lang="en-GB" sz="1200" dirty="0">
                <a:solidFill>
                  <a:srgbClr val="FF0000"/>
                </a:solidFill>
              </a:rPr>
              <a:t>Xp2 – higher error with Assimilation</a:t>
            </a:r>
          </a:p>
          <a:p>
            <a:endParaRPr lang="en-GB" sz="1200" dirty="0">
              <a:solidFill>
                <a:srgbClr val="FF0000"/>
              </a:solidFill>
            </a:endParaRPr>
          </a:p>
          <a:p>
            <a:r>
              <a:rPr lang="en-GB" sz="1200" dirty="0">
                <a:solidFill>
                  <a:srgbClr val="FF0000"/>
                </a:solidFill>
              </a:rPr>
              <a:t>Why?</a:t>
            </a:r>
          </a:p>
        </p:txBody>
      </p:sp>
      <p:sp>
        <p:nvSpPr>
          <p:cNvPr id="26" name="TextBox 25">
            <a:extLst>
              <a:ext uri="{FF2B5EF4-FFF2-40B4-BE49-F238E27FC236}">
                <a16:creationId xmlns:a16="http://schemas.microsoft.com/office/drawing/2014/main" id="{F53BE8BF-1889-5F8D-EE4D-2F9F7442519D}"/>
              </a:ext>
            </a:extLst>
          </p:cNvPr>
          <p:cNvSpPr txBox="1"/>
          <p:nvPr/>
        </p:nvSpPr>
        <p:spPr>
          <a:xfrm>
            <a:off x="4009468" y="1339585"/>
            <a:ext cx="2655094" cy="646331"/>
          </a:xfrm>
          <a:prstGeom prst="rect">
            <a:avLst/>
          </a:prstGeom>
          <a:noFill/>
        </p:spPr>
        <p:txBody>
          <a:bodyPr wrap="square">
            <a:spAutoFit/>
          </a:bodyPr>
          <a:lstStyle/>
          <a:p>
            <a:r>
              <a:rPr lang="en-GB" sz="1200" dirty="0">
                <a:solidFill>
                  <a:srgbClr val="FF0000"/>
                </a:solidFill>
              </a:rPr>
              <a:t>Xp2 – higher error with Assimilation</a:t>
            </a:r>
          </a:p>
          <a:p>
            <a:endParaRPr lang="en-GB" sz="1200" dirty="0">
              <a:solidFill>
                <a:srgbClr val="FF0000"/>
              </a:solidFill>
            </a:endParaRPr>
          </a:p>
          <a:p>
            <a:r>
              <a:rPr lang="en-GB" sz="1200" dirty="0">
                <a:solidFill>
                  <a:srgbClr val="FF0000"/>
                </a:solidFill>
              </a:rPr>
              <a:t>Why?</a:t>
            </a:r>
          </a:p>
        </p:txBody>
      </p:sp>
    </p:spTree>
    <p:extLst>
      <p:ext uri="{BB962C8B-B14F-4D97-AF65-F5344CB8AC3E}">
        <p14:creationId xmlns:p14="http://schemas.microsoft.com/office/powerpoint/2010/main" val="1741516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23DC6-AD0A-C107-9474-E5A11E49F116}"/>
            </a:ext>
          </a:extLst>
        </p:cNvPr>
        <p:cNvGrpSpPr/>
        <p:nvPr/>
      </p:nvGrpSpPr>
      <p:grpSpPr>
        <a:xfrm>
          <a:off x="0" y="0"/>
          <a:ext cx="0" cy="0"/>
          <a:chOff x="0" y="0"/>
          <a:chExt cx="0" cy="0"/>
        </a:xfrm>
      </p:grpSpPr>
      <p:pic>
        <p:nvPicPr>
          <p:cNvPr id="2" name="Picture 1" descr="A graph of a graph with different colored lines&#10;&#10;AI-generated content may be incorrect.">
            <a:extLst>
              <a:ext uri="{FF2B5EF4-FFF2-40B4-BE49-F238E27FC236}">
                <a16:creationId xmlns:a16="http://schemas.microsoft.com/office/drawing/2014/main" id="{A077D5E6-852B-C4A1-D646-20A446A7B89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48954"/>
            <a:ext cx="6316795" cy="5051820"/>
          </a:xfrm>
          <a:prstGeom prst="rect">
            <a:avLst/>
          </a:prstGeom>
        </p:spPr>
      </p:pic>
      <p:sp>
        <p:nvSpPr>
          <p:cNvPr id="8" name="Title 1">
            <a:extLst>
              <a:ext uri="{FF2B5EF4-FFF2-40B4-BE49-F238E27FC236}">
                <a16:creationId xmlns:a16="http://schemas.microsoft.com/office/drawing/2014/main" id="{6AB02003-A48F-18C4-074D-CA257C8971C5}"/>
              </a:ext>
            </a:extLst>
          </p:cNvPr>
          <p:cNvSpPr>
            <a:spLocks noGrp="1"/>
          </p:cNvSpPr>
          <p:nvPr>
            <p:ph type="ctrTitle"/>
          </p:nvPr>
        </p:nvSpPr>
        <p:spPr>
          <a:xfrm>
            <a:off x="156959" y="0"/>
            <a:ext cx="9144000" cy="926752"/>
          </a:xfrm>
        </p:spPr>
        <p:txBody>
          <a:bodyPr>
            <a:normAutofit/>
          </a:bodyPr>
          <a:lstStyle/>
          <a:p>
            <a:pPr algn="l"/>
            <a:r>
              <a:rPr lang="pt-PT" sz="4400" dirty="0"/>
              <a:t>Fresnel</a:t>
            </a:r>
            <a:endParaRPr lang="en-GB" sz="4400" dirty="0"/>
          </a:p>
        </p:txBody>
      </p:sp>
      <p:sp>
        <p:nvSpPr>
          <p:cNvPr id="10" name="TextBox 9">
            <a:extLst>
              <a:ext uri="{FF2B5EF4-FFF2-40B4-BE49-F238E27FC236}">
                <a16:creationId xmlns:a16="http://schemas.microsoft.com/office/drawing/2014/main" id="{FF387DE6-A7FB-C2D8-5FF3-00864B3ECA5B}"/>
              </a:ext>
            </a:extLst>
          </p:cNvPr>
          <p:cNvSpPr txBox="1"/>
          <p:nvPr/>
        </p:nvSpPr>
        <p:spPr>
          <a:xfrm>
            <a:off x="6096000" y="926752"/>
            <a:ext cx="5848350" cy="5693866"/>
          </a:xfrm>
          <a:prstGeom prst="rect">
            <a:avLst/>
          </a:prstGeom>
          <a:noFill/>
        </p:spPr>
        <p:txBody>
          <a:bodyPr wrap="square">
            <a:spAutoFit/>
          </a:bodyPr>
          <a:lstStyle/>
          <a:p>
            <a:r>
              <a:rPr lang="en-GB" sz="1400" dirty="0"/>
              <a:t>The grid represents the maximum spatial resolution of the statistical model, while the interquartile range (IQR) quantifies variability within each grid cell. The results reveal the </a:t>
            </a:r>
            <a:r>
              <a:rPr lang="en-GB" sz="1400" dirty="0" err="1"/>
              <a:t>subgrid</a:t>
            </a:r>
            <a:r>
              <a:rPr lang="en-GB" sz="1400" dirty="0"/>
              <a:t>-scale variability: the range of physical fluctuations captured by the AUVs at scales finer than those resolved by the model.</a:t>
            </a:r>
          </a:p>
          <a:p>
            <a:endParaRPr lang="en-GB" sz="1400" dirty="0"/>
          </a:p>
          <a:p>
            <a:r>
              <a:rPr lang="en-GB" sz="1400" dirty="0"/>
              <a:t>Although the model provides a smoothed, grid-based estimate of ocean properties, AUV data expose significant variations within individual 3D cells, suggesting that dynamically relevant features may exist below the model’s effective resolution. </a:t>
            </a:r>
          </a:p>
          <a:p>
            <a:endParaRPr lang="en-GB" sz="1400" dirty="0"/>
          </a:p>
          <a:p>
            <a:r>
              <a:rPr lang="en-GB" sz="1400" dirty="0"/>
              <a:t>This variability, particularly strong around the thermocline, offers valuable insight into local uncertainty and </a:t>
            </a:r>
            <a:r>
              <a:rPr lang="en-GB" sz="1400" b="1" dirty="0">
                <a:highlight>
                  <a:srgbClr val="FFFF00"/>
                </a:highlight>
              </a:rPr>
              <a:t>underscores the importance of agile AUV sampling for resolving small-scale dynamics often missed by traditional ship-based CTD casts.</a:t>
            </a:r>
            <a:r>
              <a:rPr lang="en-GB" sz="1400" dirty="0"/>
              <a:t> Incorporating this information into data assimilation can improve the model’s representation of real ocean processes. While AUV sensors may have higher measurement uncertainty, they can provide a detailed view of sub-pixel variability, essential for understanding unresolved dynamics and evaluating model performance at the </a:t>
            </a:r>
            <a:r>
              <a:rPr lang="en-GB" sz="1400" dirty="0" err="1"/>
              <a:t>subgrid</a:t>
            </a:r>
            <a:r>
              <a:rPr lang="en-GB" sz="1400" dirty="0"/>
              <a:t> level. </a:t>
            </a:r>
          </a:p>
          <a:p>
            <a:endParaRPr lang="en-GB" sz="1400" dirty="0"/>
          </a:p>
          <a:p>
            <a:r>
              <a:rPr lang="en-GB" sz="1400" dirty="0"/>
              <a:t>In this specific case, higher IQR values are concentrated near the thermocline, reflecting enhanced variability where vertical gradients are strongest. Elevated variability could also appear near the surface, potentially indicating small-scale frontal zones with sharp horizontal temperature and salinity gradients.</a:t>
            </a:r>
          </a:p>
        </p:txBody>
      </p:sp>
      <p:sp>
        <p:nvSpPr>
          <p:cNvPr id="4" name="TextBox 3">
            <a:extLst>
              <a:ext uri="{FF2B5EF4-FFF2-40B4-BE49-F238E27FC236}">
                <a16:creationId xmlns:a16="http://schemas.microsoft.com/office/drawing/2014/main" id="{C26A470E-7839-7059-1E86-2C7EE4F2C807}"/>
              </a:ext>
            </a:extLst>
          </p:cNvPr>
          <p:cNvSpPr txBox="1"/>
          <p:nvPr/>
        </p:nvSpPr>
        <p:spPr>
          <a:xfrm>
            <a:off x="3707135" y="389811"/>
            <a:ext cx="7789069" cy="369332"/>
          </a:xfrm>
          <a:prstGeom prst="rect">
            <a:avLst/>
          </a:prstGeom>
          <a:noFill/>
        </p:spPr>
        <p:txBody>
          <a:bodyPr wrap="square">
            <a:spAutoFit/>
          </a:bodyPr>
          <a:lstStyle/>
          <a:p>
            <a:r>
              <a:rPr lang="en-GB" dirty="0" err="1"/>
              <a:t>Subgrid</a:t>
            </a:r>
            <a:r>
              <a:rPr lang="en-GB" dirty="0"/>
              <a:t> variability of AUV temperature observations within the model grid.</a:t>
            </a:r>
          </a:p>
        </p:txBody>
      </p:sp>
    </p:spTree>
    <p:extLst>
      <p:ext uri="{BB962C8B-B14F-4D97-AF65-F5344CB8AC3E}">
        <p14:creationId xmlns:p14="http://schemas.microsoft.com/office/powerpoint/2010/main" val="16501607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8b6fecd8-d385-4fbd-81d5-2882dd89aa7c}" enabled="1" method="Privileged" siteId="{1b767821-f247-495a-be34-07df348d4448}" removed="0"/>
</clbl:labelList>
</file>

<file path=docProps/app.xml><?xml version="1.0" encoding="utf-8"?>
<Properties xmlns="http://schemas.openxmlformats.org/officeDocument/2006/extended-properties" xmlns:vt="http://schemas.openxmlformats.org/officeDocument/2006/docPropsVTypes">
  <TotalTime>39</TotalTime>
  <Words>950</Words>
  <Application>Microsoft Office PowerPoint</Application>
  <PresentationFormat>Widescreen</PresentationFormat>
  <Paragraphs>56</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Fresnel</vt:lpstr>
      <vt:lpstr>Fresnel</vt:lpstr>
      <vt:lpstr>Fresnel</vt:lpstr>
      <vt:lpstr>Fresnel</vt:lpstr>
      <vt:lpstr>Fresnel</vt:lpstr>
      <vt:lpstr>Fresnel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Renato Mendes</dc:creator>
  <cp:lastModifiedBy>Renato Mendes</cp:lastModifiedBy>
  <cp:revision>1</cp:revision>
  <dcterms:created xsi:type="dcterms:W3CDTF">2025-11-04T23:03:41Z</dcterms:created>
  <dcterms:modified xsi:type="dcterms:W3CDTF">2025-11-04T23:54:33Z</dcterms:modified>
</cp:coreProperties>
</file>